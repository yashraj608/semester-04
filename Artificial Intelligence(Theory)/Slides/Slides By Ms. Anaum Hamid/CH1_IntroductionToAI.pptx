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6858000" cx="12192000"/>
  <p:notesSz cx="12192000" cy="6858000"/>
  <p:embeddedFontLst>
    <p:embeddedFont>
      <p:font typeface="Noto Sans Symbols"/>
      <p:regular r:id="rId42"/>
      <p:bold r:id="rId43"/>
    </p:embeddedFont>
    <p:embeddedFont>
      <p:font typeface="Arial Black"/>
      <p:regular r:id="rId44"/>
    </p:embeddedFont>
    <p:embeddedFont>
      <p:font typeface="Erica One"/>
      <p:regular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46" roundtripDataSignature="AMtx7miLTcfCj0oWjSdI+6IFqwyY9OI1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E84464F-F750-41FC-9E8E-28237FA27DE6}">
  <a:tblStyle styleId="{0E84464F-F750-41FC-9E8E-28237FA27DE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font" Target="fonts/NotoSansSymbols-regular.fntdata"/><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ArialBlack-regular.fntdata"/><Relationship Id="rId21" Type="http://schemas.openxmlformats.org/officeDocument/2006/relationships/slide" Target="slides/slide15.xml"/><Relationship Id="rId43" Type="http://schemas.openxmlformats.org/officeDocument/2006/relationships/font" Target="fonts/NotoSansSymbols-bold.fntdata"/><Relationship Id="rId24" Type="http://schemas.openxmlformats.org/officeDocument/2006/relationships/slide" Target="slides/slide18.xml"/><Relationship Id="rId46" Type="http://customschemas.google.com/relationships/presentationmetadata" Target="metadata"/><Relationship Id="rId23" Type="http://schemas.openxmlformats.org/officeDocument/2006/relationships/slide" Target="slides/slide17.xml"/><Relationship Id="rId45" Type="http://schemas.openxmlformats.org/officeDocument/2006/relationships/font" Target="fonts/EricaOne-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5283200" cy="344488"/>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 name="Google Shape;4;n"/>
          <p:cNvSpPr txBox="1"/>
          <p:nvPr>
            <p:ph idx="10" type="dt"/>
          </p:nvPr>
        </p:nvSpPr>
        <p:spPr>
          <a:xfrm>
            <a:off x="6905625" y="0"/>
            <a:ext cx="5283200" cy="34448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 name="Google Shape;5;n"/>
          <p:cNvSpPr/>
          <p:nvPr>
            <p:ph idx="3"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5283200" cy="3444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n"/>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sz="12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p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14: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4:notes"/>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15: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5:notes"/>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2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2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2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2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2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2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2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3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3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3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3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3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3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6" name="Shape 16"/>
        <p:cNvGrpSpPr/>
        <p:nvPr/>
      </p:nvGrpSpPr>
      <p:grpSpPr>
        <a:xfrm>
          <a:off x="0" y="0"/>
          <a:ext cx="0" cy="0"/>
          <a:chOff x="0" y="0"/>
          <a:chExt cx="0" cy="0"/>
        </a:xfrm>
      </p:grpSpPr>
      <p:sp>
        <p:nvSpPr>
          <p:cNvPr id="17" name="Google Shape;17;p3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0" name="Shape 20"/>
        <p:cNvGrpSpPr/>
        <p:nvPr/>
      </p:nvGrpSpPr>
      <p:grpSpPr>
        <a:xfrm>
          <a:off x="0" y="0"/>
          <a:ext cx="0" cy="0"/>
          <a:chOff x="0" y="0"/>
          <a:chExt cx="0" cy="0"/>
        </a:xfrm>
      </p:grpSpPr>
      <p:sp>
        <p:nvSpPr>
          <p:cNvPr id="21" name="Google Shape;21;p38"/>
          <p:cNvSpPr txBox="1"/>
          <p:nvPr>
            <p:ph type="title"/>
          </p:nvPr>
        </p:nvSpPr>
        <p:spPr>
          <a:xfrm>
            <a:off x="78739" y="163525"/>
            <a:ext cx="9591675" cy="170756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rgbClr val="FFFF0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8"/>
          <p:cNvSpPr txBox="1"/>
          <p:nvPr>
            <p:ph idx="1" type="body"/>
          </p:nvPr>
        </p:nvSpPr>
        <p:spPr>
          <a:xfrm>
            <a:off x="764540" y="2083130"/>
            <a:ext cx="9904095" cy="340995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500">
                <a:solidFill>
                  <a:schemeClr val="lt1"/>
                </a:solidFill>
                <a:latin typeface="Verdana"/>
                <a:ea typeface="Verdana"/>
                <a:cs typeface="Verdana"/>
                <a:sym typeface="Verdana"/>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 name="Google Shape;23;p3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 name="Shape 26"/>
        <p:cNvGrpSpPr/>
        <p:nvPr/>
      </p:nvGrpSpPr>
      <p:grpSpPr>
        <a:xfrm>
          <a:off x="0" y="0"/>
          <a:ext cx="0" cy="0"/>
          <a:chOff x="0" y="0"/>
          <a:chExt cx="0" cy="0"/>
        </a:xfrm>
      </p:grpSpPr>
      <p:sp>
        <p:nvSpPr>
          <p:cNvPr id="27" name="Google Shape;27;p39"/>
          <p:cNvSpPr txBox="1"/>
          <p:nvPr>
            <p:ph type="title"/>
          </p:nvPr>
        </p:nvSpPr>
        <p:spPr>
          <a:xfrm>
            <a:off x="78739" y="163525"/>
            <a:ext cx="9591675" cy="170756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rgbClr val="FFFF0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39"/>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9"/>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9"/>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1" name="Shape 31"/>
        <p:cNvGrpSpPr/>
        <p:nvPr/>
      </p:nvGrpSpPr>
      <p:grpSpPr>
        <a:xfrm>
          <a:off x="0" y="0"/>
          <a:ext cx="0" cy="0"/>
          <a:chOff x="0" y="0"/>
          <a:chExt cx="0" cy="0"/>
        </a:xfrm>
      </p:grpSpPr>
      <p:sp>
        <p:nvSpPr>
          <p:cNvPr id="32" name="Google Shape;32;p40"/>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rgbClr val="FFFF0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0"/>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500">
                <a:solidFill>
                  <a:schemeClr val="lt1"/>
                </a:solidFill>
                <a:latin typeface="Verdana"/>
                <a:ea typeface="Verdana"/>
                <a:cs typeface="Verdana"/>
                <a:sym typeface="Verdan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4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7" name="Shape 37"/>
        <p:cNvGrpSpPr/>
        <p:nvPr/>
      </p:nvGrpSpPr>
      <p:grpSpPr>
        <a:xfrm>
          <a:off x="0" y="0"/>
          <a:ext cx="0" cy="0"/>
          <a:chOff x="0" y="0"/>
          <a:chExt cx="0" cy="0"/>
        </a:xfrm>
      </p:grpSpPr>
      <p:sp>
        <p:nvSpPr>
          <p:cNvPr id="38" name="Google Shape;38;p41"/>
          <p:cNvSpPr txBox="1"/>
          <p:nvPr>
            <p:ph type="title"/>
          </p:nvPr>
        </p:nvSpPr>
        <p:spPr>
          <a:xfrm>
            <a:off x="78739" y="163525"/>
            <a:ext cx="9591675" cy="170756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rgbClr val="FFFF0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41"/>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 name="Google Shape;40;p41"/>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 name="Google Shape;41;p4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4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36"/>
          <p:cNvPicPr preferRelativeResize="0"/>
          <p:nvPr/>
        </p:nvPicPr>
        <p:blipFill rotWithShape="1">
          <a:blip r:embed="rId1">
            <a:alphaModFix/>
          </a:blip>
          <a:srcRect b="0" l="0" r="0" t="0"/>
          <a:stretch/>
        </p:blipFill>
        <p:spPr>
          <a:xfrm>
            <a:off x="0" y="0"/>
            <a:ext cx="12192000" cy="6858000"/>
          </a:xfrm>
          <a:prstGeom prst="rect">
            <a:avLst/>
          </a:prstGeom>
          <a:noFill/>
          <a:ln>
            <a:noFill/>
          </a:ln>
        </p:spPr>
      </p:pic>
      <p:sp>
        <p:nvSpPr>
          <p:cNvPr id="11" name="Google Shape;11;p36"/>
          <p:cNvSpPr txBox="1"/>
          <p:nvPr>
            <p:ph type="title"/>
          </p:nvPr>
        </p:nvSpPr>
        <p:spPr>
          <a:xfrm>
            <a:off x="78739" y="163525"/>
            <a:ext cx="9591675" cy="170756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3600" u="none" cap="none" strike="noStrike">
                <a:solidFill>
                  <a:srgbClr val="FFFF0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36"/>
          <p:cNvSpPr txBox="1"/>
          <p:nvPr>
            <p:ph idx="1" type="body"/>
          </p:nvPr>
        </p:nvSpPr>
        <p:spPr>
          <a:xfrm>
            <a:off x="764540" y="2083130"/>
            <a:ext cx="9904095" cy="340995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500" u="none" cap="none" strike="noStrike">
                <a:solidFill>
                  <a:schemeClr val="lt1"/>
                </a:solidFill>
                <a:latin typeface="Verdana"/>
                <a:ea typeface="Verdana"/>
                <a:cs typeface="Verdana"/>
                <a:sym typeface="Verdana"/>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3" name="Google Shape;13;p3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3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3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7.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6.png"/><Relationship Id="rId10" Type="http://schemas.openxmlformats.org/officeDocument/2006/relationships/image" Target="../media/image9.png"/><Relationship Id="rId9" Type="http://schemas.openxmlformats.org/officeDocument/2006/relationships/image" Target="../media/image38.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14.png"/><Relationship Id="rId8"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15.png"/><Relationship Id="rId5" Type="http://schemas.openxmlformats.org/officeDocument/2006/relationships/image" Target="../media/image8.png"/><Relationship Id="rId6" Type="http://schemas.openxmlformats.org/officeDocument/2006/relationships/image" Target="../media/image10.png"/><Relationship Id="rId7" Type="http://schemas.openxmlformats.org/officeDocument/2006/relationships/image" Target="../media/image18.png"/><Relationship Id="rId8"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1.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3.png"/><Relationship Id="rId4" Type="http://schemas.openxmlformats.org/officeDocument/2006/relationships/image" Target="../media/image3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hyperlink" Target="http://www.youtube.com/watch?v=mDntbGRPeEU"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 name="Shape 47"/>
        <p:cNvGrpSpPr/>
        <p:nvPr/>
      </p:nvGrpSpPr>
      <p:grpSpPr>
        <a:xfrm>
          <a:off x="0" y="0"/>
          <a:ext cx="0" cy="0"/>
          <a:chOff x="0" y="0"/>
          <a:chExt cx="0" cy="0"/>
        </a:xfrm>
      </p:grpSpPr>
      <p:grpSp>
        <p:nvGrpSpPr>
          <p:cNvPr id="48" name="Google Shape;48;p1"/>
          <p:cNvGrpSpPr/>
          <p:nvPr/>
        </p:nvGrpSpPr>
        <p:grpSpPr>
          <a:xfrm>
            <a:off x="0" y="0"/>
            <a:ext cx="12192127" cy="6858000"/>
            <a:chOff x="0" y="0"/>
            <a:chExt cx="12192127" cy="6858000"/>
          </a:xfrm>
        </p:grpSpPr>
        <p:pic>
          <p:nvPicPr>
            <p:cNvPr id="49" name="Google Shape;49;p1"/>
            <p:cNvPicPr preferRelativeResize="0"/>
            <p:nvPr/>
          </p:nvPicPr>
          <p:blipFill rotWithShape="1">
            <a:blip r:embed="rId3">
              <a:alphaModFix/>
            </a:blip>
            <a:srcRect b="0" l="0" r="0" t="0"/>
            <a:stretch/>
          </p:blipFill>
          <p:spPr>
            <a:xfrm>
              <a:off x="0" y="0"/>
              <a:ext cx="12192000" cy="6857998"/>
            </a:xfrm>
            <a:prstGeom prst="rect">
              <a:avLst/>
            </a:prstGeom>
            <a:noFill/>
            <a:ln>
              <a:noFill/>
            </a:ln>
          </p:spPr>
        </p:pic>
        <p:pic>
          <p:nvPicPr>
            <p:cNvPr id="50" name="Google Shape;50;p1"/>
            <p:cNvPicPr preferRelativeResize="0"/>
            <p:nvPr/>
          </p:nvPicPr>
          <p:blipFill rotWithShape="1">
            <a:blip r:embed="rId4">
              <a:alphaModFix/>
            </a:blip>
            <a:srcRect b="0" l="0" r="0" t="0"/>
            <a:stretch/>
          </p:blipFill>
          <p:spPr>
            <a:xfrm>
              <a:off x="5547359" y="379450"/>
              <a:ext cx="6644640" cy="6478549"/>
            </a:xfrm>
            <a:prstGeom prst="rect">
              <a:avLst/>
            </a:prstGeom>
            <a:noFill/>
            <a:ln>
              <a:noFill/>
            </a:ln>
          </p:spPr>
        </p:pic>
        <p:pic>
          <p:nvPicPr>
            <p:cNvPr id="51" name="Google Shape;51;p1"/>
            <p:cNvPicPr preferRelativeResize="0"/>
            <p:nvPr/>
          </p:nvPicPr>
          <p:blipFill rotWithShape="1">
            <a:blip r:embed="rId5">
              <a:alphaModFix/>
            </a:blip>
            <a:srcRect b="0" l="0" r="0" t="0"/>
            <a:stretch/>
          </p:blipFill>
          <p:spPr>
            <a:xfrm>
              <a:off x="5803391" y="647700"/>
              <a:ext cx="6388608" cy="6210300"/>
            </a:xfrm>
            <a:prstGeom prst="rect">
              <a:avLst/>
            </a:prstGeom>
            <a:noFill/>
            <a:ln>
              <a:noFill/>
            </a:ln>
          </p:spPr>
        </p:pic>
        <p:sp>
          <p:nvSpPr>
            <p:cNvPr id="52" name="Google Shape;52;p1"/>
            <p:cNvSpPr/>
            <p:nvPr/>
          </p:nvSpPr>
          <p:spPr>
            <a:xfrm>
              <a:off x="5282184" y="105155"/>
              <a:ext cx="6896100" cy="6004560"/>
            </a:xfrm>
            <a:custGeom>
              <a:rect b="b" l="l" r="r" t="t"/>
              <a:pathLst>
                <a:path extrusionOk="0" h="6004560" w="6896100">
                  <a:moveTo>
                    <a:pt x="3912362" y="0"/>
                  </a:moveTo>
                  <a:lnTo>
                    <a:pt x="3864055" y="292"/>
                  </a:lnTo>
                  <a:lnTo>
                    <a:pt x="3815888" y="1166"/>
                  </a:lnTo>
                  <a:lnTo>
                    <a:pt x="3767865" y="2618"/>
                  </a:lnTo>
                  <a:lnTo>
                    <a:pt x="3719989" y="4646"/>
                  </a:lnTo>
                  <a:lnTo>
                    <a:pt x="3672262" y="7245"/>
                  </a:lnTo>
                  <a:lnTo>
                    <a:pt x="3624689" y="10413"/>
                  </a:lnTo>
                  <a:lnTo>
                    <a:pt x="3577273" y="14147"/>
                  </a:lnTo>
                  <a:lnTo>
                    <a:pt x="3530018" y="18442"/>
                  </a:lnTo>
                  <a:lnTo>
                    <a:pt x="3482925" y="23295"/>
                  </a:lnTo>
                  <a:lnTo>
                    <a:pt x="3436000" y="28704"/>
                  </a:lnTo>
                  <a:lnTo>
                    <a:pt x="3389244" y="34665"/>
                  </a:lnTo>
                  <a:lnTo>
                    <a:pt x="3342663" y="41173"/>
                  </a:lnTo>
                  <a:lnTo>
                    <a:pt x="3296258" y="48227"/>
                  </a:lnTo>
                  <a:lnTo>
                    <a:pt x="3250033" y="55823"/>
                  </a:lnTo>
                  <a:lnTo>
                    <a:pt x="3203992" y="63957"/>
                  </a:lnTo>
                  <a:lnTo>
                    <a:pt x="3158138" y="72626"/>
                  </a:lnTo>
                  <a:lnTo>
                    <a:pt x="3112475" y="81827"/>
                  </a:lnTo>
                  <a:lnTo>
                    <a:pt x="3067005" y="91557"/>
                  </a:lnTo>
                  <a:lnTo>
                    <a:pt x="3021731" y="101811"/>
                  </a:lnTo>
                  <a:lnTo>
                    <a:pt x="2976659" y="112587"/>
                  </a:lnTo>
                  <a:lnTo>
                    <a:pt x="2931790" y="123881"/>
                  </a:lnTo>
                  <a:lnTo>
                    <a:pt x="2887128" y="135690"/>
                  </a:lnTo>
                  <a:lnTo>
                    <a:pt x="2842676" y="148011"/>
                  </a:lnTo>
                  <a:lnTo>
                    <a:pt x="2798438" y="160840"/>
                  </a:lnTo>
                  <a:lnTo>
                    <a:pt x="2754417" y="174173"/>
                  </a:lnTo>
                  <a:lnTo>
                    <a:pt x="2710617" y="188009"/>
                  </a:lnTo>
                  <a:lnTo>
                    <a:pt x="2667040" y="202343"/>
                  </a:lnTo>
                  <a:lnTo>
                    <a:pt x="2623690" y="217171"/>
                  </a:lnTo>
                  <a:lnTo>
                    <a:pt x="2580571" y="232491"/>
                  </a:lnTo>
                  <a:lnTo>
                    <a:pt x="2537686" y="248300"/>
                  </a:lnTo>
                  <a:lnTo>
                    <a:pt x="2495038" y="264593"/>
                  </a:lnTo>
                  <a:lnTo>
                    <a:pt x="2452630" y="281367"/>
                  </a:lnTo>
                  <a:lnTo>
                    <a:pt x="2410466" y="298620"/>
                  </a:lnTo>
                  <a:lnTo>
                    <a:pt x="2368550" y="316348"/>
                  </a:lnTo>
                  <a:lnTo>
                    <a:pt x="2326883" y="334547"/>
                  </a:lnTo>
                  <a:lnTo>
                    <a:pt x="2285471" y="353214"/>
                  </a:lnTo>
                  <a:lnTo>
                    <a:pt x="2244316" y="372346"/>
                  </a:lnTo>
                  <a:lnTo>
                    <a:pt x="2203422" y="391939"/>
                  </a:lnTo>
                  <a:lnTo>
                    <a:pt x="2162792" y="411990"/>
                  </a:lnTo>
                  <a:lnTo>
                    <a:pt x="2122428" y="432496"/>
                  </a:lnTo>
                  <a:lnTo>
                    <a:pt x="2082336" y="453454"/>
                  </a:lnTo>
                  <a:lnTo>
                    <a:pt x="2042517" y="474859"/>
                  </a:lnTo>
                  <a:lnTo>
                    <a:pt x="2002976" y="496709"/>
                  </a:lnTo>
                  <a:lnTo>
                    <a:pt x="1963716" y="519001"/>
                  </a:lnTo>
                  <a:lnTo>
                    <a:pt x="1924739" y="541730"/>
                  </a:lnTo>
                  <a:lnTo>
                    <a:pt x="1886050" y="564894"/>
                  </a:lnTo>
                  <a:lnTo>
                    <a:pt x="1847652" y="588489"/>
                  </a:lnTo>
                  <a:lnTo>
                    <a:pt x="1809547" y="612512"/>
                  </a:lnTo>
                  <a:lnTo>
                    <a:pt x="1771740" y="636960"/>
                  </a:lnTo>
                  <a:lnTo>
                    <a:pt x="1734234" y="661829"/>
                  </a:lnTo>
                  <a:lnTo>
                    <a:pt x="1697032" y="687116"/>
                  </a:lnTo>
                  <a:lnTo>
                    <a:pt x="1660138" y="712818"/>
                  </a:lnTo>
                  <a:lnTo>
                    <a:pt x="1623554" y="738930"/>
                  </a:lnTo>
                  <a:lnTo>
                    <a:pt x="1587284" y="765451"/>
                  </a:lnTo>
                  <a:lnTo>
                    <a:pt x="1551332" y="792376"/>
                  </a:lnTo>
                  <a:lnTo>
                    <a:pt x="1515700" y="819702"/>
                  </a:lnTo>
                  <a:lnTo>
                    <a:pt x="1480393" y="847426"/>
                  </a:lnTo>
                  <a:lnTo>
                    <a:pt x="1445414" y="875545"/>
                  </a:lnTo>
                  <a:lnTo>
                    <a:pt x="1410765" y="904054"/>
                  </a:lnTo>
                  <a:lnTo>
                    <a:pt x="1376451" y="932952"/>
                  </a:lnTo>
                  <a:lnTo>
                    <a:pt x="1342474" y="962233"/>
                  </a:lnTo>
                  <a:lnTo>
                    <a:pt x="1308838" y="991896"/>
                  </a:lnTo>
                  <a:lnTo>
                    <a:pt x="1275546" y="1021937"/>
                  </a:lnTo>
                  <a:lnTo>
                    <a:pt x="1242602" y="1052352"/>
                  </a:lnTo>
                  <a:lnTo>
                    <a:pt x="1210009" y="1083138"/>
                  </a:lnTo>
                  <a:lnTo>
                    <a:pt x="1177770" y="1114291"/>
                  </a:lnTo>
                  <a:lnTo>
                    <a:pt x="1145889" y="1145809"/>
                  </a:lnTo>
                  <a:lnTo>
                    <a:pt x="1114369" y="1177688"/>
                  </a:lnTo>
                  <a:lnTo>
                    <a:pt x="1083213" y="1209925"/>
                  </a:lnTo>
                  <a:lnTo>
                    <a:pt x="1052425" y="1242516"/>
                  </a:lnTo>
                  <a:lnTo>
                    <a:pt x="1022008" y="1275458"/>
                  </a:lnTo>
                  <a:lnTo>
                    <a:pt x="991965" y="1308747"/>
                  </a:lnTo>
                  <a:lnTo>
                    <a:pt x="962300" y="1342381"/>
                  </a:lnTo>
                  <a:lnTo>
                    <a:pt x="933017" y="1376356"/>
                  </a:lnTo>
                  <a:lnTo>
                    <a:pt x="904117" y="1410668"/>
                  </a:lnTo>
                  <a:lnTo>
                    <a:pt x="875606" y="1445314"/>
                  </a:lnTo>
                  <a:lnTo>
                    <a:pt x="847485" y="1480292"/>
                  </a:lnTo>
                  <a:lnTo>
                    <a:pt x="819759" y="1515596"/>
                  </a:lnTo>
                  <a:lnTo>
                    <a:pt x="792431" y="1551225"/>
                  </a:lnTo>
                  <a:lnTo>
                    <a:pt x="765505" y="1587175"/>
                  </a:lnTo>
                  <a:lnTo>
                    <a:pt x="738982" y="1623443"/>
                  </a:lnTo>
                  <a:lnTo>
                    <a:pt x="712868" y="1660024"/>
                  </a:lnTo>
                  <a:lnTo>
                    <a:pt x="687164" y="1696916"/>
                  </a:lnTo>
                  <a:lnTo>
                    <a:pt x="661876" y="1734116"/>
                  </a:lnTo>
                  <a:lnTo>
                    <a:pt x="637005" y="1771620"/>
                  </a:lnTo>
                  <a:lnTo>
                    <a:pt x="612556" y="1809424"/>
                  </a:lnTo>
                  <a:lnTo>
                    <a:pt x="588531" y="1847526"/>
                  </a:lnTo>
                  <a:lnTo>
                    <a:pt x="564934" y="1885922"/>
                  </a:lnTo>
                  <a:lnTo>
                    <a:pt x="541768" y="1924608"/>
                  </a:lnTo>
                  <a:lnTo>
                    <a:pt x="519037" y="1963582"/>
                  </a:lnTo>
                  <a:lnTo>
                    <a:pt x="496744" y="2002840"/>
                  </a:lnTo>
                  <a:lnTo>
                    <a:pt x="474893" y="2042379"/>
                  </a:lnTo>
                  <a:lnTo>
                    <a:pt x="453486" y="2082195"/>
                  </a:lnTo>
                  <a:lnTo>
                    <a:pt x="432527" y="2122285"/>
                  </a:lnTo>
                  <a:lnTo>
                    <a:pt x="412019" y="2162645"/>
                  </a:lnTo>
                  <a:lnTo>
                    <a:pt x="391967" y="2203273"/>
                  </a:lnTo>
                  <a:lnTo>
                    <a:pt x="372372" y="2244165"/>
                  </a:lnTo>
                  <a:lnTo>
                    <a:pt x="353239" y="2285317"/>
                  </a:lnTo>
                  <a:lnTo>
                    <a:pt x="334570" y="2326727"/>
                  </a:lnTo>
                  <a:lnTo>
                    <a:pt x="316370" y="2368390"/>
                  </a:lnTo>
                  <a:lnTo>
                    <a:pt x="298641" y="2410304"/>
                  </a:lnTo>
                  <a:lnTo>
                    <a:pt x="281387" y="2452465"/>
                  </a:lnTo>
                  <a:lnTo>
                    <a:pt x="264612" y="2494870"/>
                  </a:lnTo>
                  <a:lnTo>
                    <a:pt x="248317" y="2537516"/>
                  </a:lnTo>
                  <a:lnTo>
                    <a:pt x="232508" y="2580398"/>
                  </a:lnTo>
                  <a:lnTo>
                    <a:pt x="217187" y="2623515"/>
                  </a:lnTo>
                  <a:lnTo>
                    <a:pt x="202357" y="2666862"/>
                  </a:lnTo>
                  <a:lnTo>
                    <a:pt x="188022" y="2710436"/>
                  </a:lnTo>
                  <a:lnTo>
                    <a:pt x="174186" y="2754233"/>
                  </a:lnTo>
                  <a:lnTo>
                    <a:pt x="160851" y="2798251"/>
                  </a:lnTo>
                  <a:lnTo>
                    <a:pt x="148021" y="2842487"/>
                  </a:lnTo>
                  <a:lnTo>
                    <a:pt x="135700" y="2886936"/>
                  </a:lnTo>
                  <a:lnTo>
                    <a:pt x="123890" y="2931595"/>
                  </a:lnTo>
                  <a:lnTo>
                    <a:pt x="112595" y="2976461"/>
                  </a:lnTo>
                  <a:lnTo>
                    <a:pt x="101818" y="3021531"/>
                  </a:lnTo>
                  <a:lnTo>
                    <a:pt x="91563" y="3066801"/>
                  </a:lnTo>
                  <a:lnTo>
                    <a:pt x="81833" y="3112269"/>
                  </a:lnTo>
                  <a:lnTo>
                    <a:pt x="72632" y="3157930"/>
                  </a:lnTo>
                  <a:lnTo>
                    <a:pt x="63962" y="3203781"/>
                  </a:lnTo>
                  <a:lnTo>
                    <a:pt x="55827" y="3249819"/>
                  </a:lnTo>
                  <a:lnTo>
                    <a:pt x="48231" y="3296041"/>
                  </a:lnTo>
                  <a:lnTo>
                    <a:pt x="41176" y="3342443"/>
                  </a:lnTo>
                  <a:lnTo>
                    <a:pt x="34667" y="3389022"/>
                  </a:lnTo>
                  <a:lnTo>
                    <a:pt x="28706" y="3435774"/>
                  </a:lnTo>
                  <a:lnTo>
                    <a:pt x="23297" y="3482697"/>
                  </a:lnTo>
                  <a:lnTo>
                    <a:pt x="18443" y="3529786"/>
                  </a:lnTo>
                  <a:lnTo>
                    <a:pt x="14148" y="3577039"/>
                  </a:lnTo>
                  <a:lnTo>
                    <a:pt x="10414" y="3624452"/>
                  </a:lnTo>
                  <a:lnTo>
                    <a:pt x="7246" y="3672022"/>
                  </a:lnTo>
                  <a:lnTo>
                    <a:pt x="4646" y="3719746"/>
                  </a:lnTo>
                  <a:lnTo>
                    <a:pt x="2618" y="3767620"/>
                  </a:lnTo>
                  <a:lnTo>
                    <a:pt x="1166" y="3815640"/>
                  </a:lnTo>
                  <a:lnTo>
                    <a:pt x="292" y="3863804"/>
                  </a:lnTo>
                  <a:lnTo>
                    <a:pt x="0" y="3912108"/>
                  </a:lnTo>
                  <a:lnTo>
                    <a:pt x="335" y="3963845"/>
                  </a:lnTo>
                  <a:lnTo>
                    <a:pt x="1337" y="4015421"/>
                  </a:lnTo>
                  <a:lnTo>
                    <a:pt x="3004" y="4066832"/>
                  </a:lnTo>
                  <a:lnTo>
                    <a:pt x="5330" y="4118075"/>
                  </a:lnTo>
                  <a:lnTo>
                    <a:pt x="8310" y="4169144"/>
                  </a:lnTo>
                  <a:lnTo>
                    <a:pt x="11943" y="4220036"/>
                  </a:lnTo>
                  <a:lnTo>
                    <a:pt x="16222" y="4270747"/>
                  </a:lnTo>
                  <a:lnTo>
                    <a:pt x="21144" y="4321272"/>
                  </a:lnTo>
                  <a:lnTo>
                    <a:pt x="26705" y="4371607"/>
                  </a:lnTo>
                  <a:lnTo>
                    <a:pt x="32900" y="4421749"/>
                  </a:lnTo>
                  <a:lnTo>
                    <a:pt x="39726" y="4471693"/>
                  </a:lnTo>
                  <a:lnTo>
                    <a:pt x="47178" y="4521434"/>
                  </a:lnTo>
                  <a:lnTo>
                    <a:pt x="55253" y="4570970"/>
                  </a:lnTo>
                  <a:lnTo>
                    <a:pt x="63946" y="4620295"/>
                  </a:lnTo>
                  <a:lnTo>
                    <a:pt x="73253" y="4669406"/>
                  </a:lnTo>
                  <a:lnTo>
                    <a:pt x="83170" y="4718298"/>
                  </a:lnTo>
                  <a:lnTo>
                    <a:pt x="93692" y="4766968"/>
                  </a:lnTo>
                  <a:lnTo>
                    <a:pt x="104817" y="4815411"/>
                  </a:lnTo>
                  <a:lnTo>
                    <a:pt x="116539" y="4863622"/>
                  </a:lnTo>
                  <a:lnTo>
                    <a:pt x="128854" y="4911599"/>
                  </a:lnTo>
                  <a:lnTo>
                    <a:pt x="141759" y="4959337"/>
                  </a:lnTo>
                  <a:lnTo>
                    <a:pt x="155249" y="5006831"/>
                  </a:lnTo>
                  <a:lnTo>
                    <a:pt x="169320" y="5054077"/>
                  </a:lnTo>
                  <a:lnTo>
                    <a:pt x="183967" y="5101072"/>
                  </a:lnTo>
                  <a:lnTo>
                    <a:pt x="199188" y="5147812"/>
                  </a:lnTo>
                  <a:lnTo>
                    <a:pt x="214978" y="5194291"/>
                  </a:lnTo>
                  <a:lnTo>
                    <a:pt x="231332" y="5240507"/>
                  </a:lnTo>
                  <a:lnTo>
                    <a:pt x="248246" y="5286454"/>
                  </a:lnTo>
                  <a:lnTo>
                    <a:pt x="265717" y="5332129"/>
                  </a:lnTo>
                  <a:lnTo>
                    <a:pt x="283740" y="5377528"/>
                  </a:lnTo>
                  <a:lnTo>
                    <a:pt x="302312" y="5422646"/>
                  </a:lnTo>
                  <a:lnTo>
                    <a:pt x="321427" y="5467479"/>
                  </a:lnTo>
                  <a:lnTo>
                    <a:pt x="341082" y="5512024"/>
                  </a:lnTo>
                  <a:lnTo>
                    <a:pt x="361273" y="5556276"/>
                  </a:lnTo>
                  <a:lnTo>
                    <a:pt x="381995" y="5600230"/>
                  </a:lnTo>
                  <a:lnTo>
                    <a:pt x="403245" y="5643884"/>
                  </a:lnTo>
                  <a:lnTo>
                    <a:pt x="425019" y="5687232"/>
                  </a:lnTo>
                  <a:lnTo>
                    <a:pt x="447311" y="5730271"/>
                  </a:lnTo>
                  <a:lnTo>
                    <a:pt x="470119" y="5772996"/>
                  </a:lnTo>
                  <a:lnTo>
                    <a:pt x="493438" y="5815404"/>
                  </a:lnTo>
                  <a:lnTo>
                    <a:pt x="517264" y="5857489"/>
                  </a:lnTo>
                  <a:lnTo>
                    <a:pt x="541592" y="5899249"/>
                  </a:lnTo>
                  <a:lnTo>
                    <a:pt x="566419" y="5940679"/>
                  </a:lnTo>
                  <a:lnTo>
                    <a:pt x="607313" y="6004560"/>
                  </a:lnTo>
                  <a:lnTo>
                    <a:pt x="633856" y="5988240"/>
                  </a:lnTo>
                  <a:lnTo>
                    <a:pt x="592963" y="5924562"/>
                  </a:lnTo>
                  <a:lnTo>
                    <a:pt x="567757" y="5882478"/>
                  </a:lnTo>
                  <a:lnTo>
                    <a:pt x="543069" y="5840052"/>
                  </a:lnTo>
                  <a:lnTo>
                    <a:pt x="518905" y="5797287"/>
                  </a:lnTo>
                  <a:lnTo>
                    <a:pt x="495268" y="5754187"/>
                  </a:lnTo>
                  <a:lnTo>
                    <a:pt x="472162" y="5710758"/>
                  </a:lnTo>
                  <a:lnTo>
                    <a:pt x="449592" y="5667004"/>
                  </a:lnTo>
                  <a:lnTo>
                    <a:pt x="427563" y="5622928"/>
                  </a:lnTo>
                  <a:lnTo>
                    <a:pt x="406079" y="5578536"/>
                  </a:lnTo>
                  <a:lnTo>
                    <a:pt x="385144" y="5533832"/>
                  </a:lnTo>
                  <a:lnTo>
                    <a:pt x="364762" y="5488820"/>
                  </a:lnTo>
                  <a:lnTo>
                    <a:pt x="344938" y="5443505"/>
                  </a:lnTo>
                  <a:lnTo>
                    <a:pt x="325677" y="5397890"/>
                  </a:lnTo>
                  <a:lnTo>
                    <a:pt x="306982" y="5351981"/>
                  </a:lnTo>
                  <a:lnTo>
                    <a:pt x="288859" y="5305781"/>
                  </a:lnTo>
                  <a:lnTo>
                    <a:pt x="271311" y="5259295"/>
                  </a:lnTo>
                  <a:lnTo>
                    <a:pt x="254343" y="5212528"/>
                  </a:lnTo>
                  <a:lnTo>
                    <a:pt x="237959" y="5165484"/>
                  </a:lnTo>
                  <a:lnTo>
                    <a:pt x="222164" y="5118167"/>
                  </a:lnTo>
                  <a:lnTo>
                    <a:pt x="206962" y="5070582"/>
                  </a:lnTo>
                  <a:lnTo>
                    <a:pt x="192358" y="5022732"/>
                  </a:lnTo>
                  <a:lnTo>
                    <a:pt x="178355" y="4974623"/>
                  </a:lnTo>
                  <a:lnTo>
                    <a:pt x="164959" y="4926258"/>
                  </a:lnTo>
                  <a:lnTo>
                    <a:pt x="152173" y="4877643"/>
                  </a:lnTo>
                  <a:lnTo>
                    <a:pt x="140003" y="4828781"/>
                  </a:lnTo>
                  <a:lnTo>
                    <a:pt x="128452" y="4779677"/>
                  </a:lnTo>
                  <a:lnTo>
                    <a:pt x="117524" y="4730335"/>
                  </a:lnTo>
                  <a:lnTo>
                    <a:pt x="107225" y="4680760"/>
                  </a:lnTo>
                  <a:lnTo>
                    <a:pt x="97559" y="4630956"/>
                  </a:lnTo>
                  <a:lnTo>
                    <a:pt x="88530" y="4580927"/>
                  </a:lnTo>
                  <a:lnTo>
                    <a:pt x="80142" y="4530679"/>
                  </a:lnTo>
                  <a:lnTo>
                    <a:pt x="72400" y="4480214"/>
                  </a:lnTo>
                  <a:lnTo>
                    <a:pt x="65308" y="4429537"/>
                  </a:lnTo>
                  <a:lnTo>
                    <a:pt x="58870" y="4378654"/>
                  </a:lnTo>
                  <a:lnTo>
                    <a:pt x="53092" y="4327568"/>
                  </a:lnTo>
                  <a:lnTo>
                    <a:pt x="47977" y="4276284"/>
                  </a:lnTo>
                  <a:lnTo>
                    <a:pt x="43529" y="4224805"/>
                  </a:lnTo>
                  <a:lnTo>
                    <a:pt x="39754" y="4173137"/>
                  </a:lnTo>
                  <a:lnTo>
                    <a:pt x="36656" y="4121284"/>
                  </a:lnTo>
                  <a:lnTo>
                    <a:pt x="34238" y="4069250"/>
                  </a:lnTo>
                  <a:lnTo>
                    <a:pt x="32506" y="4017040"/>
                  </a:lnTo>
                  <a:lnTo>
                    <a:pt x="31463" y="3964658"/>
                  </a:lnTo>
                  <a:lnTo>
                    <a:pt x="31114" y="3912108"/>
                  </a:lnTo>
                  <a:lnTo>
                    <a:pt x="31409" y="3863830"/>
                  </a:lnTo>
                  <a:lnTo>
                    <a:pt x="32289" y="3815694"/>
                  </a:lnTo>
                  <a:lnTo>
                    <a:pt x="33752" y="3767701"/>
                  </a:lnTo>
                  <a:lnTo>
                    <a:pt x="35794" y="3719857"/>
                  </a:lnTo>
                  <a:lnTo>
                    <a:pt x="38412" y="3672164"/>
                  </a:lnTo>
                  <a:lnTo>
                    <a:pt x="41602" y="3624626"/>
                  </a:lnTo>
                  <a:lnTo>
                    <a:pt x="45361" y="3577245"/>
                  </a:lnTo>
                  <a:lnTo>
                    <a:pt x="49686" y="3530026"/>
                  </a:lnTo>
                  <a:lnTo>
                    <a:pt x="54574" y="3482972"/>
                  </a:lnTo>
                  <a:lnTo>
                    <a:pt x="60020" y="3436086"/>
                  </a:lnTo>
                  <a:lnTo>
                    <a:pt x="66022" y="3389372"/>
                  </a:lnTo>
                  <a:lnTo>
                    <a:pt x="72575" y="3342833"/>
                  </a:lnTo>
                  <a:lnTo>
                    <a:pt x="79678" y="3296472"/>
                  </a:lnTo>
                  <a:lnTo>
                    <a:pt x="87325" y="3250292"/>
                  </a:lnTo>
                  <a:lnTo>
                    <a:pt x="95515" y="3204298"/>
                  </a:lnTo>
                  <a:lnTo>
                    <a:pt x="104243" y="3158493"/>
                  </a:lnTo>
                  <a:lnTo>
                    <a:pt x="113506" y="3112880"/>
                  </a:lnTo>
                  <a:lnTo>
                    <a:pt x="123300" y="3067461"/>
                  </a:lnTo>
                  <a:lnTo>
                    <a:pt x="133623" y="3022242"/>
                  </a:lnTo>
                  <a:lnTo>
                    <a:pt x="144471" y="2977225"/>
                  </a:lnTo>
                  <a:lnTo>
                    <a:pt x="155841" y="2932414"/>
                  </a:lnTo>
                  <a:lnTo>
                    <a:pt x="167728" y="2887811"/>
                  </a:lnTo>
                  <a:lnTo>
                    <a:pt x="180131" y="2843421"/>
                  </a:lnTo>
                  <a:lnTo>
                    <a:pt x="193044" y="2799246"/>
                  </a:lnTo>
                  <a:lnTo>
                    <a:pt x="206465" y="2755291"/>
                  </a:lnTo>
                  <a:lnTo>
                    <a:pt x="220391" y="2711558"/>
                  </a:lnTo>
                  <a:lnTo>
                    <a:pt x="234818" y="2668051"/>
                  </a:lnTo>
                  <a:lnTo>
                    <a:pt x="249743" y="2624774"/>
                  </a:lnTo>
                  <a:lnTo>
                    <a:pt x="265162" y="2581729"/>
                  </a:lnTo>
                  <a:lnTo>
                    <a:pt x="281072" y="2538920"/>
                  </a:lnTo>
                  <a:lnTo>
                    <a:pt x="297470" y="2496351"/>
                  </a:lnTo>
                  <a:lnTo>
                    <a:pt x="314351" y="2454025"/>
                  </a:lnTo>
                  <a:lnTo>
                    <a:pt x="331714" y="2411945"/>
                  </a:lnTo>
                  <a:lnTo>
                    <a:pt x="349553" y="2370115"/>
                  </a:lnTo>
                  <a:lnTo>
                    <a:pt x="367867" y="2328538"/>
                  </a:lnTo>
                  <a:lnTo>
                    <a:pt x="386651" y="2287218"/>
                  </a:lnTo>
                  <a:lnTo>
                    <a:pt x="405902" y="2246157"/>
                  </a:lnTo>
                  <a:lnTo>
                    <a:pt x="425617" y="2205360"/>
                  </a:lnTo>
                  <a:lnTo>
                    <a:pt x="445793" y="2164830"/>
                  </a:lnTo>
                  <a:lnTo>
                    <a:pt x="466425" y="2124569"/>
                  </a:lnTo>
                  <a:lnTo>
                    <a:pt x="487511" y="2084582"/>
                  </a:lnTo>
                  <a:lnTo>
                    <a:pt x="509047" y="2044872"/>
                  </a:lnTo>
                  <a:lnTo>
                    <a:pt x="531030" y="2005442"/>
                  </a:lnTo>
                  <a:lnTo>
                    <a:pt x="553456" y="1966296"/>
                  </a:lnTo>
                  <a:lnTo>
                    <a:pt x="576322" y="1927437"/>
                  </a:lnTo>
                  <a:lnTo>
                    <a:pt x="599625" y="1888869"/>
                  </a:lnTo>
                  <a:lnTo>
                    <a:pt x="623360" y="1850594"/>
                  </a:lnTo>
                  <a:lnTo>
                    <a:pt x="647526" y="1812617"/>
                  </a:lnTo>
                  <a:lnTo>
                    <a:pt x="672118" y="1774940"/>
                  </a:lnTo>
                  <a:lnTo>
                    <a:pt x="697133" y="1737568"/>
                  </a:lnTo>
                  <a:lnTo>
                    <a:pt x="722568" y="1700503"/>
                  </a:lnTo>
                  <a:lnTo>
                    <a:pt x="748418" y="1663748"/>
                  </a:lnTo>
                  <a:lnTo>
                    <a:pt x="774682" y="1627308"/>
                  </a:lnTo>
                  <a:lnTo>
                    <a:pt x="801355" y="1591186"/>
                  </a:lnTo>
                  <a:lnTo>
                    <a:pt x="828434" y="1555385"/>
                  </a:lnTo>
                  <a:lnTo>
                    <a:pt x="855915" y="1519908"/>
                  </a:lnTo>
                  <a:lnTo>
                    <a:pt x="883796" y="1484759"/>
                  </a:lnTo>
                  <a:lnTo>
                    <a:pt x="912072" y="1449941"/>
                  </a:lnTo>
                  <a:lnTo>
                    <a:pt x="940741" y="1415458"/>
                  </a:lnTo>
                  <a:lnTo>
                    <a:pt x="969799" y="1381313"/>
                  </a:lnTo>
                  <a:lnTo>
                    <a:pt x="999243" y="1347509"/>
                  </a:lnTo>
                  <a:lnTo>
                    <a:pt x="1029069" y="1314050"/>
                  </a:lnTo>
                  <a:lnTo>
                    <a:pt x="1059273" y="1280940"/>
                  </a:lnTo>
                  <a:lnTo>
                    <a:pt x="1089853" y="1248181"/>
                  </a:lnTo>
                  <a:lnTo>
                    <a:pt x="1120805" y="1215777"/>
                  </a:lnTo>
                  <a:lnTo>
                    <a:pt x="1152126" y="1183731"/>
                  </a:lnTo>
                  <a:lnTo>
                    <a:pt x="1183812" y="1152047"/>
                  </a:lnTo>
                  <a:lnTo>
                    <a:pt x="1215859" y="1120729"/>
                  </a:lnTo>
                  <a:lnTo>
                    <a:pt x="1248265" y="1089779"/>
                  </a:lnTo>
                  <a:lnTo>
                    <a:pt x="1281027" y="1059201"/>
                  </a:lnTo>
                  <a:lnTo>
                    <a:pt x="1314140" y="1028999"/>
                  </a:lnTo>
                  <a:lnTo>
                    <a:pt x="1347601" y="999175"/>
                  </a:lnTo>
                  <a:lnTo>
                    <a:pt x="1381407" y="969733"/>
                  </a:lnTo>
                  <a:lnTo>
                    <a:pt x="1415554" y="940677"/>
                  </a:lnTo>
                  <a:lnTo>
                    <a:pt x="1450039" y="912010"/>
                  </a:lnTo>
                  <a:lnTo>
                    <a:pt x="1484859" y="883736"/>
                  </a:lnTo>
                  <a:lnTo>
                    <a:pt x="1520011" y="855857"/>
                  </a:lnTo>
                  <a:lnTo>
                    <a:pt x="1555490" y="828377"/>
                  </a:lnTo>
                  <a:lnTo>
                    <a:pt x="1591294" y="801300"/>
                  </a:lnTo>
                  <a:lnTo>
                    <a:pt x="1627418" y="774629"/>
                  </a:lnTo>
                  <a:lnTo>
                    <a:pt x="1663861" y="748368"/>
                  </a:lnTo>
                  <a:lnTo>
                    <a:pt x="1700618" y="722519"/>
                  </a:lnTo>
                  <a:lnTo>
                    <a:pt x="1737685" y="697086"/>
                  </a:lnTo>
                  <a:lnTo>
                    <a:pt x="1775060" y="672073"/>
                  </a:lnTo>
                  <a:lnTo>
                    <a:pt x="1812739" y="647482"/>
                  </a:lnTo>
                  <a:lnTo>
                    <a:pt x="1850719" y="623318"/>
                  </a:lnTo>
                  <a:lnTo>
                    <a:pt x="1888996" y="599584"/>
                  </a:lnTo>
                  <a:lnTo>
                    <a:pt x="1927567" y="576283"/>
                  </a:lnTo>
                  <a:lnTo>
                    <a:pt x="1966429" y="553419"/>
                  </a:lnTo>
                  <a:lnTo>
                    <a:pt x="2005577" y="530994"/>
                  </a:lnTo>
                  <a:lnTo>
                    <a:pt x="2045010" y="509013"/>
                  </a:lnTo>
                  <a:lnTo>
                    <a:pt x="2084722" y="487478"/>
                  </a:lnTo>
                  <a:lnTo>
                    <a:pt x="2124712" y="466394"/>
                  </a:lnTo>
                  <a:lnTo>
                    <a:pt x="2164975" y="445763"/>
                  </a:lnTo>
                  <a:lnTo>
                    <a:pt x="2205508" y="425589"/>
                  </a:lnTo>
                  <a:lnTo>
                    <a:pt x="2246308" y="405875"/>
                  </a:lnTo>
                  <a:lnTo>
                    <a:pt x="2287371" y="386626"/>
                  </a:lnTo>
                  <a:lnTo>
                    <a:pt x="2328694" y="367843"/>
                  </a:lnTo>
                  <a:lnTo>
                    <a:pt x="2370274" y="349530"/>
                  </a:lnTo>
                  <a:lnTo>
                    <a:pt x="2412107" y="331692"/>
                  </a:lnTo>
                  <a:lnTo>
                    <a:pt x="2454189" y="314331"/>
                  </a:lnTo>
                  <a:lnTo>
                    <a:pt x="2496518" y="297450"/>
                  </a:lnTo>
                  <a:lnTo>
                    <a:pt x="2539090" y="281054"/>
                  </a:lnTo>
                  <a:lnTo>
                    <a:pt x="2581901" y="265145"/>
                  </a:lnTo>
                  <a:lnTo>
                    <a:pt x="2624949" y="249727"/>
                  </a:lnTo>
                  <a:lnTo>
                    <a:pt x="2668229" y="234804"/>
                  </a:lnTo>
                  <a:lnTo>
                    <a:pt x="2711739" y="220378"/>
                  </a:lnTo>
                  <a:lnTo>
                    <a:pt x="2755474" y="206453"/>
                  </a:lnTo>
                  <a:lnTo>
                    <a:pt x="2799432" y="193032"/>
                  </a:lnTo>
                  <a:lnTo>
                    <a:pt x="2843609" y="180120"/>
                  </a:lnTo>
                  <a:lnTo>
                    <a:pt x="2888002" y="167718"/>
                  </a:lnTo>
                  <a:lnTo>
                    <a:pt x="2932608" y="155832"/>
                  </a:lnTo>
                  <a:lnTo>
                    <a:pt x="2977422" y="144463"/>
                  </a:lnTo>
                  <a:lnTo>
                    <a:pt x="3022442" y="133616"/>
                  </a:lnTo>
                  <a:lnTo>
                    <a:pt x="3067664" y="123294"/>
                  </a:lnTo>
                  <a:lnTo>
                    <a:pt x="3113085" y="113500"/>
                  </a:lnTo>
                  <a:lnTo>
                    <a:pt x="3158701" y="104237"/>
                  </a:lnTo>
                  <a:lnTo>
                    <a:pt x="3204510" y="95510"/>
                  </a:lnTo>
                  <a:lnTo>
                    <a:pt x="3250506" y="87321"/>
                  </a:lnTo>
                  <a:lnTo>
                    <a:pt x="3296688" y="79674"/>
                  </a:lnTo>
                  <a:lnTo>
                    <a:pt x="3343052" y="72572"/>
                  </a:lnTo>
                  <a:lnTo>
                    <a:pt x="3389595" y="66019"/>
                  </a:lnTo>
                  <a:lnTo>
                    <a:pt x="3436312" y="60018"/>
                  </a:lnTo>
                  <a:lnTo>
                    <a:pt x="3483201" y="54572"/>
                  </a:lnTo>
                  <a:lnTo>
                    <a:pt x="3530258" y="49685"/>
                  </a:lnTo>
                  <a:lnTo>
                    <a:pt x="3577479" y="45360"/>
                  </a:lnTo>
                  <a:lnTo>
                    <a:pt x="3624863" y="41601"/>
                  </a:lnTo>
                  <a:lnTo>
                    <a:pt x="3672404" y="38411"/>
                  </a:lnTo>
                  <a:lnTo>
                    <a:pt x="3720100" y="35793"/>
                  </a:lnTo>
                  <a:lnTo>
                    <a:pt x="3767947" y="33751"/>
                  </a:lnTo>
                  <a:lnTo>
                    <a:pt x="3815942" y="32289"/>
                  </a:lnTo>
                  <a:lnTo>
                    <a:pt x="3864081" y="31409"/>
                  </a:lnTo>
                  <a:lnTo>
                    <a:pt x="3912362" y="31115"/>
                  </a:lnTo>
                  <a:lnTo>
                    <a:pt x="3964141" y="31453"/>
                  </a:lnTo>
                  <a:lnTo>
                    <a:pt x="4015758" y="32465"/>
                  </a:lnTo>
                  <a:lnTo>
                    <a:pt x="4067208" y="34146"/>
                  </a:lnTo>
                  <a:lnTo>
                    <a:pt x="4118487" y="36493"/>
                  </a:lnTo>
                  <a:lnTo>
                    <a:pt x="4169592" y="39502"/>
                  </a:lnTo>
                  <a:lnTo>
                    <a:pt x="4220517" y="43167"/>
                  </a:lnTo>
                  <a:lnTo>
                    <a:pt x="4271259" y="47485"/>
                  </a:lnTo>
                  <a:lnTo>
                    <a:pt x="4321813" y="52451"/>
                  </a:lnTo>
                  <a:lnTo>
                    <a:pt x="4372176" y="58063"/>
                  </a:lnTo>
                  <a:lnTo>
                    <a:pt x="4422343" y="64314"/>
                  </a:lnTo>
                  <a:lnTo>
                    <a:pt x="4472309" y="71201"/>
                  </a:lnTo>
                  <a:lnTo>
                    <a:pt x="4522071" y="78721"/>
                  </a:lnTo>
                  <a:lnTo>
                    <a:pt x="4571625" y="86868"/>
                  </a:lnTo>
                  <a:lnTo>
                    <a:pt x="4620965" y="95638"/>
                  </a:lnTo>
                  <a:lnTo>
                    <a:pt x="4670089" y="105028"/>
                  </a:lnTo>
                  <a:lnTo>
                    <a:pt x="4718992" y="115033"/>
                  </a:lnTo>
                  <a:lnTo>
                    <a:pt x="4767669" y="125649"/>
                  </a:lnTo>
                  <a:lnTo>
                    <a:pt x="4816117" y="136871"/>
                  </a:lnTo>
                  <a:lnTo>
                    <a:pt x="4864331" y="148696"/>
                  </a:lnTo>
                  <a:lnTo>
                    <a:pt x="4912307" y="161120"/>
                  </a:lnTo>
                  <a:lnTo>
                    <a:pt x="4960041" y="174138"/>
                  </a:lnTo>
                  <a:lnTo>
                    <a:pt x="5007528" y="187745"/>
                  </a:lnTo>
                  <a:lnTo>
                    <a:pt x="5054765" y="201939"/>
                  </a:lnTo>
                  <a:lnTo>
                    <a:pt x="5101747" y="216714"/>
                  </a:lnTo>
                  <a:lnTo>
                    <a:pt x="5148471" y="232067"/>
                  </a:lnTo>
                  <a:lnTo>
                    <a:pt x="5194931" y="247992"/>
                  </a:lnTo>
                  <a:lnTo>
                    <a:pt x="5241124" y="264487"/>
                  </a:lnTo>
                  <a:lnTo>
                    <a:pt x="5287045" y="281547"/>
                  </a:lnTo>
                  <a:lnTo>
                    <a:pt x="5332691" y="299167"/>
                  </a:lnTo>
                  <a:lnTo>
                    <a:pt x="5378056" y="317344"/>
                  </a:lnTo>
                  <a:lnTo>
                    <a:pt x="5423138" y="336073"/>
                  </a:lnTo>
                  <a:lnTo>
                    <a:pt x="5467931" y="355351"/>
                  </a:lnTo>
                  <a:lnTo>
                    <a:pt x="5512431" y="375172"/>
                  </a:lnTo>
                  <a:lnTo>
                    <a:pt x="5556635" y="395533"/>
                  </a:lnTo>
                  <a:lnTo>
                    <a:pt x="5600538" y="416429"/>
                  </a:lnTo>
                  <a:lnTo>
                    <a:pt x="5644136" y="437857"/>
                  </a:lnTo>
                  <a:lnTo>
                    <a:pt x="5687425" y="459812"/>
                  </a:lnTo>
                  <a:lnTo>
                    <a:pt x="5730400" y="482290"/>
                  </a:lnTo>
                  <a:lnTo>
                    <a:pt x="5773057" y="505287"/>
                  </a:lnTo>
                  <a:lnTo>
                    <a:pt x="5815393" y="528798"/>
                  </a:lnTo>
                  <a:lnTo>
                    <a:pt x="5857402" y="552820"/>
                  </a:lnTo>
                  <a:lnTo>
                    <a:pt x="5899081" y="577348"/>
                  </a:lnTo>
                  <a:lnTo>
                    <a:pt x="5940425" y="602378"/>
                  </a:lnTo>
                  <a:lnTo>
                    <a:pt x="5981431" y="627906"/>
                  </a:lnTo>
                  <a:lnTo>
                    <a:pt x="6022094" y="653927"/>
                  </a:lnTo>
                  <a:lnTo>
                    <a:pt x="6062410" y="680438"/>
                  </a:lnTo>
                  <a:lnTo>
                    <a:pt x="6102374" y="707434"/>
                  </a:lnTo>
                  <a:lnTo>
                    <a:pt x="6141983" y="734912"/>
                  </a:lnTo>
                  <a:lnTo>
                    <a:pt x="6181233" y="762866"/>
                  </a:lnTo>
                  <a:lnTo>
                    <a:pt x="6220118" y="791293"/>
                  </a:lnTo>
                  <a:lnTo>
                    <a:pt x="6258635" y="820189"/>
                  </a:lnTo>
                  <a:lnTo>
                    <a:pt x="6296780" y="849549"/>
                  </a:lnTo>
                  <a:lnTo>
                    <a:pt x="6334549" y="879369"/>
                  </a:lnTo>
                  <a:lnTo>
                    <a:pt x="6371937" y="909645"/>
                  </a:lnTo>
                  <a:lnTo>
                    <a:pt x="6408940" y="940372"/>
                  </a:lnTo>
                  <a:lnTo>
                    <a:pt x="6445554" y="971548"/>
                  </a:lnTo>
                  <a:lnTo>
                    <a:pt x="6481774" y="1003166"/>
                  </a:lnTo>
                  <a:lnTo>
                    <a:pt x="6517598" y="1035224"/>
                  </a:lnTo>
                  <a:lnTo>
                    <a:pt x="6553019" y="1067717"/>
                  </a:lnTo>
                  <a:lnTo>
                    <a:pt x="6588035" y="1100641"/>
                  </a:lnTo>
                  <a:lnTo>
                    <a:pt x="6622640" y="1133992"/>
                  </a:lnTo>
                  <a:lnTo>
                    <a:pt x="6656832" y="1167765"/>
                  </a:lnTo>
                  <a:lnTo>
                    <a:pt x="6896100" y="1431036"/>
                  </a:lnTo>
                  <a:lnTo>
                    <a:pt x="6896100" y="1384808"/>
                  </a:lnTo>
                  <a:lnTo>
                    <a:pt x="6678802" y="1145794"/>
                  </a:lnTo>
                  <a:lnTo>
                    <a:pt x="6644333" y="1111752"/>
                  </a:lnTo>
                  <a:lnTo>
                    <a:pt x="6609447" y="1078136"/>
                  </a:lnTo>
                  <a:lnTo>
                    <a:pt x="6574147" y="1044950"/>
                  </a:lnTo>
                  <a:lnTo>
                    <a:pt x="6538439" y="1012198"/>
                  </a:lnTo>
                  <a:lnTo>
                    <a:pt x="6502326" y="979884"/>
                  </a:lnTo>
                  <a:lnTo>
                    <a:pt x="6465813" y="948013"/>
                  </a:lnTo>
                  <a:lnTo>
                    <a:pt x="6428904" y="916588"/>
                  </a:lnTo>
                  <a:lnTo>
                    <a:pt x="6391602" y="885615"/>
                  </a:lnTo>
                  <a:lnTo>
                    <a:pt x="6353914" y="855097"/>
                  </a:lnTo>
                  <a:lnTo>
                    <a:pt x="6315841" y="825039"/>
                  </a:lnTo>
                  <a:lnTo>
                    <a:pt x="6277390" y="795444"/>
                  </a:lnTo>
                  <a:lnTo>
                    <a:pt x="6238563" y="766317"/>
                  </a:lnTo>
                  <a:lnTo>
                    <a:pt x="6199366" y="737662"/>
                  </a:lnTo>
                  <a:lnTo>
                    <a:pt x="6159802" y="709484"/>
                  </a:lnTo>
                  <a:lnTo>
                    <a:pt x="6119875" y="681786"/>
                  </a:lnTo>
                  <a:lnTo>
                    <a:pt x="6079591" y="654573"/>
                  </a:lnTo>
                  <a:lnTo>
                    <a:pt x="6038953" y="627849"/>
                  </a:lnTo>
                  <a:lnTo>
                    <a:pt x="5997965" y="601619"/>
                  </a:lnTo>
                  <a:lnTo>
                    <a:pt x="5956631" y="575886"/>
                  </a:lnTo>
                  <a:lnTo>
                    <a:pt x="5914956" y="550654"/>
                  </a:lnTo>
                  <a:lnTo>
                    <a:pt x="5872945" y="525929"/>
                  </a:lnTo>
                  <a:lnTo>
                    <a:pt x="5830600" y="501714"/>
                  </a:lnTo>
                  <a:lnTo>
                    <a:pt x="5787927" y="478013"/>
                  </a:lnTo>
                  <a:lnTo>
                    <a:pt x="5744929" y="454831"/>
                  </a:lnTo>
                  <a:lnTo>
                    <a:pt x="5701612" y="432172"/>
                  </a:lnTo>
                  <a:lnTo>
                    <a:pt x="5657978" y="410040"/>
                  </a:lnTo>
                  <a:lnTo>
                    <a:pt x="5614033" y="388440"/>
                  </a:lnTo>
                  <a:lnTo>
                    <a:pt x="5569780" y="367374"/>
                  </a:lnTo>
                  <a:lnTo>
                    <a:pt x="5525224" y="346849"/>
                  </a:lnTo>
                  <a:lnTo>
                    <a:pt x="5480368" y="326868"/>
                  </a:lnTo>
                  <a:lnTo>
                    <a:pt x="5435218" y="307435"/>
                  </a:lnTo>
                  <a:lnTo>
                    <a:pt x="5389778" y="288554"/>
                  </a:lnTo>
                  <a:lnTo>
                    <a:pt x="5344051" y="270230"/>
                  </a:lnTo>
                  <a:lnTo>
                    <a:pt x="5298042" y="252467"/>
                  </a:lnTo>
                  <a:lnTo>
                    <a:pt x="5251755" y="235269"/>
                  </a:lnTo>
                  <a:lnTo>
                    <a:pt x="5205194" y="218641"/>
                  </a:lnTo>
                  <a:lnTo>
                    <a:pt x="5158364" y="202586"/>
                  </a:lnTo>
                  <a:lnTo>
                    <a:pt x="5111268" y="187109"/>
                  </a:lnTo>
                  <a:lnTo>
                    <a:pt x="5063911" y="172214"/>
                  </a:lnTo>
                  <a:lnTo>
                    <a:pt x="5016298" y="157905"/>
                  </a:lnTo>
                  <a:lnTo>
                    <a:pt x="4968432" y="144187"/>
                  </a:lnTo>
                  <a:lnTo>
                    <a:pt x="4920317" y="131064"/>
                  </a:lnTo>
                  <a:lnTo>
                    <a:pt x="4871958" y="118539"/>
                  </a:lnTo>
                  <a:lnTo>
                    <a:pt x="4823360" y="106618"/>
                  </a:lnTo>
                  <a:lnTo>
                    <a:pt x="4774525" y="95304"/>
                  </a:lnTo>
                  <a:lnTo>
                    <a:pt x="4725459" y="84602"/>
                  </a:lnTo>
                  <a:lnTo>
                    <a:pt x="4676166" y="74516"/>
                  </a:lnTo>
                  <a:lnTo>
                    <a:pt x="4626650" y="65049"/>
                  </a:lnTo>
                  <a:lnTo>
                    <a:pt x="4576915" y="56208"/>
                  </a:lnTo>
                  <a:lnTo>
                    <a:pt x="4526965" y="47994"/>
                  </a:lnTo>
                  <a:lnTo>
                    <a:pt x="4476805" y="40414"/>
                  </a:lnTo>
                  <a:lnTo>
                    <a:pt x="4426438" y="33470"/>
                  </a:lnTo>
                  <a:lnTo>
                    <a:pt x="4375870" y="27168"/>
                  </a:lnTo>
                  <a:lnTo>
                    <a:pt x="4325104" y="21511"/>
                  </a:lnTo>
                  <a:lnTo>
                    <a:pt x="4274144" y="16504"/>
                  </a:lnTo>
                  <a:lnTo>
                    <a:pt x="4222995" y="12150"/>
                  </a:lnTo>
                  <a:lnTo>
                    <a:pt x="4171661" y="8455"/>
                  </a:lnTo>
                  <a:lnTo>
                    <a:pt x="4120146" y="5422"/>
                  </a:lnTo>
                  <a:lnTo>
                    <a:pt x="4068454" y="3056"/>
                  </a:lnTo>
                  <a:lnTo>
                    <a:pt x="4016590" y="1361"/>
                  </a:lnTo>
                  <a:lnTo>
                    <a:pt x="3964558" y="341"/>
                  </a:lnTo>
                  <a:lnTo>
                    <a:pt x="3912362" y="0"/>
                  </a:lnTo>
                  <a:close/>
                </a:path>
              </a:pathLst>
            </a:custGeom>
            <a:solidFill>
              <a:srgbClr val="FFFFFF">
                <a:alpha val="41568"/>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3" name="Google Shape;53;p1"/>
            <p:cNvSpPr/>
            <p:nvPr/>
          </p:nvSpPr>
          <p:spPr>
            <a:xfrm>
              <a:off x="9267443" y="332231"/>
              <a:ext cx="3810" cy="182880"/>
            </a:xfrm>
            <a:custGeom>
              <a:rect b="b" l="l" r="r" t="t"/>
              <a:pathLst>
                <a:path extrusionOk="0" h="182879" w="3809">
                  <a:moveTo>
                    <a:pt x="3428" y="0"/>
                  </a:moveTo>
                  <a:lnTo>
                    <a:pt x="0" y="18288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4" name="Google Shape;54;p1"/>
            <p:cNvSpPr/>
            <p:nvPr/>
          </p:nvSpPr>
          <p:spPr>
            <a:xfrm>
              <a:off x="9405619" y="338454"/>
              <a:ext cx="10160" cy="182880"/>
            </a:xfrm>
            <a:custGeom>
              <a:rect b="b" l="l" r="r" t="t"/>
              <a:pathLst>
                <a:path extrusionOk="0" h="182879" w="10159">
                  <a:moveTo>
                    <a:pt x="9778" y="0"/>
                  </a:moveTo>
                  <a:lnTo>
                    <a:pt x="0" y="182625"/>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5" name="Google Shape;55;p1"/>
            <p:cNvSpPr/>
            <p:nvPr/>
          </p:nvSpPr>
          <p:spPr>
            <a:xfrm>
              <a:off x="9545319" y="347979"/>
              <a:ext cx="16510" cy="182245"/>
            </a:xfrm>
            <a:custGeom>
              <a:rect b="b" l="l" r="r" t="t"/>
              <a:pathLst>
                <a:path extrusionOk="0" h="182245" w="16509">
                  <a:moveTo>
                    <a:pt x="16128" y="0"/>
                  </a:moveTo>
                  <a:lnTo>
                    <a:pt x="0" y="182245"/>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6" name="Google Shape;56;p1"/>
            <p:cNvSpPr/>
            <p:nvPr/>
          </p:nvSpPr>
          <p:spPr>
            <a:xfrm>
              <a:off x="9679178" y="368808"/>
              <a:ext cx="449580" cy="257175"/>
            </a:xfrm>
            <a:custGeom>
              <a:rect b="b" l="l" r="r" t="t"/>
              <a:pathLst>
                <a:path extrusionOk="0" h="257175" w="449579">
                  <a:moveTo>
                    <a:pt x="22478" y="0"/>
                  </a:moveTo>
                  <a:lnTo>
                    <a:pt x="0" y="181482"/>
                  </a:lnTo>
                </a:path>
                <a:path extrusionOk="0" h="257175" w="449579">
                  <a:moveTo>
                    <a:pt x="163322" y="21843"/>
                  </a:moveTo>
                  <a:lnTo>
                    <a:pt x="131445" y="201929"/>
                  </a:lnTo>
                </a:path>
                <a:path extrusionOk="0" h="257175" w="449579">
                  <a:moveTo>
                    <a:pt x="308482" y="50800"/>
                  </a:moveTo>
                  <a:lnTo>
                    <a:pt x="270255" y="229615"/>
                  </a:lnTo>
                </a:path>
                <a:path extrusionOk="0" h="257175" w="449579">
                  <a:moveTo>
                    <a:pt x="449199" y="79755"/>
                  </a:moveTo>
                  <a:lnTo>
                    <a:pt x="404749" y="257175"/>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7" name="Google Shape;57;p1"/>
            <p:cNvSpPr/>
            <p:nvPr/>
          </p:nvSpPr>
          <p:spPr>
            <a:xfrm>
              <a:off x="10216895" y="482980"/>
              <a:ext cx="50800" cy="175895"/>
            </a:xfrm>
            <a:custGeom>
              <a:rect b="b" l="l" r="r" t="t"/>
              <a:pathLst>
                <a:path extrusionOk="0" h="175895" w="50800">
                  <a:moveTo>
                    <a:pt x="50673" y="0"/>
                  </a:moveTo>
                  <a:lnTo>
                    <a:pt x="0" y="175768"/>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8" name="Google Shape;58;p1"/>
            <p:cNvSpPr/>
            <p:nvPr/>
          </p:nvSpPr>
          <p:spPr>
            <a:xfrm>
              <a:off x="10345673" y="529336"/>
              <a:ext cx="1790700" cy="1354455"/>
            </a:xfrm>
            <a:custGeom>
              <a:rect b="b" l="l" r="r" t="t"/>
              <a:pathLst>
                <a:path extrusionOk="0" h="1354455" w="1790700">
                  <a:moveTo>
                    <a:pt x="59817" y="0"/>
                  </a:moveTo>
                  <a:lnTo>
                    <a:pt x="0" y="172847"/>
                  </a:lnTo>
                </a:path>
                <a:path extrusionOk="0" h="1354455" w="1790700">
                  <a:moveTo>
                    <a:pt x="194564" y="47371"/>
                  </a:moveTo>
                  <a:lnTo>
                    <a:pt x="128777" y="218059"/>
                  </a:lnTo>
                </a:path>
                <a:path extrusionOk="0" h="1354455" w="1790700">
                  <a:moveTo>
                    <a:pt x="329183" y="99313"/>
                  </a:moveTo>
                  <a:lnTo>
                    <a:pt x="257555" y="267588"/>
                  </a:lnTo>
                </a:path>
                <a:path extrusionOk="0" h="1354455" w="1790700">
                  <a:moveTo>
                    <a:pt x="455675" y="169672"/>
                  </a:moveTo>
                  <a:lnTo>
                    <a:pt x="378205" y="335406"/>
                  </a:lnTo>
                </a:path>
                <a:path extrusionOk="0" h="1354455" w="1790700">
                  <a:moveTo>
                    <a:pt x="588009" y="236474"/>
                  </a:moveTo>
                  <a:lnTo>
                    <a:pt x="502030" y="397890"/>
                  </a:lnTo>
                </a:path>
                <a:path extrusionOk="0" h="1354455" w="1790700">
                  <a:moveTo>
                    <a:pt x="712089" y="302640"/>
                  </a:moveTo>
                  <a:lnTo>
                    <a:pt x="620395" y="461010"/>
                  </a:lnTo>
                </a:path>
                <a:path extrusionOk="0" h="1354455" w="1790700">
                  <a:moveTo>
                    <a:pt x="833627" y="380238"/>
                  </a:moveTo>
                  <a:lnTo>
                    <a:pt x="736473" y="535304"/>
                  </a:lnTo>
                </a:path>
                <a:path extrusionOk="0" h="1354455" w="1790700">
                  <a:moveTo>
                    <a:pt x="957072" y="454405"/>
                  </a:moveTo>
                  <a:lnTo>
                    <a:pt x="854709" y="605916"/>
                  </a:lnTo>
                </a:path>
                <a:path extrusionOk="0" h="1354455" w="1790700">
                  <a:moveTo>
                    <a:pt x="1077976" y="537210"/>
                  </a:moveTo>
                  <a:lnTo>
                    <a:pt x="967740" y="683133"/>
                  </a:lnTo>
                </a:path>
                <a:path extrusionOk="0" h="1354455" w="1790700">
                  <a:moveTo>
                    <a:pt x="1187703" y="622680"/>
                  </a:moveTo>
                  <a:lnTo>
                    <a:pt x="1072387" y="764666"/>
                  </a:lnTo>
                </a:path>
                <a:path extrusionOk="0" h="1354455" w="1790700">
                  <a:moveTo>
                    <a:pt x="1299464" y="714883"/>
                  </a:moveTo>
                  <a:lnTo>
                    <a:pt x="1179195" y="852804"/>
                  </a:lnTo>
                </a:path>
                <a:path extrusionOk="0" h="1354455" w="1790700">
                  <a:moveTo>
                    <a:pt x="1403857" y="817117"/>
                  </a:moveTo>
                  <a:lnTo>
                    <a:pt x="1278890" y="950722"/>
                  </a:lnTo>
                </a:path>
                <a:path extrusionOk="0" h="1354455" w="1790700">
                  <a:moveTo>
                    <a:pt x="1509522" y="916304"/>
                  </a:moveTo>
                  <a:lnTo>
                    <a:pt x="1377823" y="1043177"/>
                  </a:lnTo>
                </a:path>
                <a:path extrusionOk="0" h="1354455" w="1790700">
                  <a:moveTo>
                    <a:pt x="1604899" y="1018921"/>
                  </a:moveTo>
                  <a:lnTo>
                    <a:pt x="1468881" y="1141094"/>
                  </a:lnTo>
                </a:path>
                <a:path extrusionOk="0" h="1354455" w="1790700">
                  <a:moveTo>
                    <a:pt x="1695450" y="1130808"/>
                  </a:moveTo>
                  <a:lnTo>
                    <a:pt x="1555115" y="1248283"/>
                  </a:lnTo>
                </a:path>
                <a:path extrusionOk="0" h="1354455" w="1790700">
                  <a:moveTo>
                    <a:pt x="1790192" y="1241933"/>
                  </a:moveTo>
                  <a:lnTo>
                    <a:pt x="1645920" y="1354327"/>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9" name="Google Shape;59;p1"/>
            <p:cNvSpPr/>
            <p:nvPr/>
          </p:nvSpPr>
          <p:spPr>
            <a:xfrm>
              <a:off x="12074652" y="1909572"/>
              <a:ext cx="117475" cy="195580"/>
            </a:xfrm>
            <a:custGeom>
              <a:rect b="b" l="l" r="r" t="t"/>
              <a:pathLst>
                <a:path extrusionOk="0" h="195580" w="117475">
                  <a:moveTo>
                    <a:pt x="117348" y="0"/>
                  </a:moveTo>
                  <a:lnTo>
                    <a:pt x="0" y="82930"/>
                  </a:lnTo>
                </a:path>
                <a:path extrusionOk="0" h="195580" w="117475">
                  <a:moveTo>
                    <a:pt x="114300" y="173736"/>
                  </a:moveTo>
                  <a:lnTo>
                    <a:pt x="74675" y="195199"/>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0" name="Google Shape;60;p1"/>
            <p:cNvSpPr/>
            <p:nvPr/>
          </p:nvSpPr>
          <p:spPr>
            <a:xfrm>
              <a:off x="8982964" y="334263"/>
              <a:ext cx="149860" cy="185420"/>
            </a:xfrm>
            <a:custGeom>
              <a:rect b="b" l="l" r="r" t="t"/>
              <a:pathLst>
                <a:path extrusionOk="0" h="185420" w="149859">
                  <a:moveTo>
                    <a:pt x="143636" y="0"/>
                  </a:moveTo>
                  <a:lnTo>
                    <a:pt x="149859" y="182879"/>
                  </a:lnTo>
                </a:path>
                <a:path extrusionOk="0" h="185420" w="149859">
                  <a:moveTo>
                    <a:pt x="0" y="2539"/>
                  </a:moveTo>
                  <a:lnTo>
                    <a:pt x="12572" y="185038"/>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1" name="Google Shape;61;p1"/>
            <p:cNvSpPr/>
            <p:nvPr/>
          </p:nvSpPr>
          <p:spPr>
            <a:xfrm>
              <a:off x="8695943" y="351663"/>
              <a:ext cx="160020" cy="196215"/>
            </a:xfrm>
            <a:custGeom>
              <a:rect b="b" l="l" r="r" t="t"/>
              <a:pathLst>
                <a:path extrusionOk="0" h="196215" w="160020">
                  <a:moveTo>
                    <a:pt x="141097" y="0"/>
                  </a:moveTo>
                  <a:lnTo>
                    <a:pt x="160020" y="181863"/>
                  </a:lnTo>
                </a:path>
                <a:path extrusionOk="0" h="196215" w="160020">
                  <a:moveTo>
                    <a:pt x="0" y="14858"/>
                  </a:moveTo>
                  <a:lnTo>
                    <a:pt x="25273" y="196087"/>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2" name="Google Shape;62;p1"/>
            <p:cNvSpPr/>
            <p:nvPr/>
          </p:nvSpPr>
          <p:spPr>
            <a:xfrm>
              <a:off x="8552306" y="389509"/>
              <a:ext cx="34925" cy="179705"/>
            </a:xfrm>
            <a:custGeom>
              <a:rect b="b" l="l" r="r" t="t"/>
              <a:pathLst>
                <a:path extrusionOk="0" h="179704" w="34925">
                  <a:moveTo>
                    <a:pt x="0" y="0"/>
                  </a:moveTo>
                  <a:lnTo>
                    <a:pt x="34798" y="179577"/>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3" name="Google Shape;63;p1"/>
            <p:cNvSpPr/>
            <p:nvPr/>
          </p:nvSpPr>
          <p:spPr>
            <a:xfrm>
              <a:off x="5964173" y="412369"/>
              <a:ext cx="2487295" cy="1945005"/>
            </a:xfrm>
            <a:custGeom>
              <a:rect b="b" l="l" r="r" t="t"/>
              <a:pathLst>
                <a:path extrusionOk="0" h="1945005" w="2487295">
                  <a:moveTo>
                    <a:pt x="2446147" y="0"/>
                  </a:moveTo>
                  <a:lnTo>
                    <a:pt x="2487168" y="178307"/>
                  </a:lnTo>
                </a:path>
                <a:path extrusionOk="0" h="1945005" w="2487295">
                  <a:moveTo>
                    <a:pt x="2308859" y="36956"/>
                  </a:moveTo>
                  <a:lnTo>
                    <a:pt x="2356104" y="213613"/>
                  </a:lnTo>
                </a:path>
                <a:path extrusionOk="0" h="1945005" w="2487295">
                  <a:moveTo>
                    <a:pt x="2171700" y="73913"/>
                  </a:moveTo>
                  <a:lnTo>
                    <a:pt x="2225040" y="248919"/>
                  </a:lnTo>
                </a:path>
                <a:path extrusionOk="0" h="1945005" w="2487295">
                  <a:moveTo>
                    <a:pt x="2034031" y="124967"/>
                  </a:moveTo>
                  <a:lnTo>
                    <a:pt x="2096389" y="296925"/>
                  </a:lnTo>
                </a:path>
                <a:path extrusionOk="0" h="1945005" w="2487295">
                  <a:moveTo>
                    <a:pt x="1897887" y="175513"/>
                  </a:moveTo>
                  <a:lnTo>
                    <a:pt x="1966214" y="345185"/>
                  </a:lnTo>
                </a:path>
                <a:path extrusionOk="0" h="1945005" w="2487295">
                  <a:moveTo>
                    <a:pt x="1761871" y="226313"/>
                  </a:moveTo>
                  <a:lnTo>
                    <a:pt x="1836039" y="393445"/>
                  </a:lnTo>
                </a:path>
                <a:path extrusionOk="0" h="1945005" w="2487295">
                  <a:moveTo>
                    <a:pt x="1634108" y="286638"/>
                  </a:moveTo>
                  <a:lnTo>
                    <a:pt x="1714119" y="451103"/>
                  </a:lnTo>
                </a:path>
                <a:path extrusionOk="0" h="1945005" w="2487295">
                  <a:moveTo>
                    <a:pt x="1505203" y="350265"/>
                  </a:moveTo>
                  <a:lnTo>
                    <a:pt x="1593596" y="510285"/>
                  </a:lnTo>
                </a:path>
                <a:path extrusionOk="0" h="1945005" w="2487295">
                  <a:moveTo>
                    <a:pt x="1378457" y="420369"/>
                  </a:moveTo>
                  <a:lnTo>
                    <a:pt x="1472437" y="577341"/>
                  </a:lnTo>
                </a:path>
                <a:path extrusionOk="0" h="1945005" w="2487295">
                  <a:moveTo>
                    <a:pt x="1256283" y="495426"/>
                  </a:moveTo>
                  <a:lnTo>
                    <a:pt x="1355725" y="648969"/>
                  </a:lnTo>
                </a:path>
                <a:path extrusionOk="0" h="1945005" w="2487295">
                  <a:moveTo>
                    <a:pt x="1137157" y="580643"/>
                  </a:moveTo>
                  <a:lnTo>
                    <a:pt x="1241932" y="730630"/>
                  </a:lnTo>
                </a:path>
                <a:path extrusionOk="0" h="1945005" w="2487295">
                  <a:moveTo>
                    <a:pt x="1022984" y="667003"/>
                  </a:moveTo>
                  <a:lnTo>
                    <a:pt x="1135506" y="811276"/>
                  </a:lnTo>
                </a:path>
                <a:path extrusionOk="0" h="1945005" w="2487295">
                  <a:moveTo>
                    <a:pt x="910208" y="752475"/>
                  </a:moveTo>
                  <a:lnTo>
                    <a:pt x="1027556" y="892682"/>
                  </a:lnTo>
                </a:path>
                <a:path extrusionOk="0" h="1945005" w="2487295">
                  <a:moveTo>
                    <a:pt x="795527" y="846963"/>
                  </a:moveTo>
                  <a:lnTo>
                    <a:pt x="917701" y="982979"/>
                  </a:lnTo>
                </a:path>
                <a:path extrusionOk="0" h="1945005" w="2487295">
                  <a:moveTo>
                    <a:pt x="695451" y="945895"/>
                  </a:moveTo>
                  <a:lnTo>
                    <a:pt x="822325" y="1077721"/>
                  </a:lnTo>
                </a:path>
                <a:path extrusionOk="0" h="1945005" w="2487295">
                  <a:moveTo>
                    <a:pt x="588136" y="1046098"/>
                  </a:moveTo>
                  <a:lnTo>
                    <a:pt x="721868" y="1170939"/>
                  </a:lnTo>
                </a:path>
                <a:path extrusionOk="0" h="1945005" w="2487295">
                  <a:moveTo>
                    <a:pt x="488568" y="1146302"/>
                  </a:moveTo>
                  <a:lnTo>
                    <a:pt x="626491" y="1266443"/>
                  </a:lnTo>
                </a:path>
                <a:path extrusionOk="0" h="1945005" w="2487295">
                  <a:moveTo>
                    <a:pt x="396113" y="1263014"/>
                  </a:moveTo>
                  <a:lnTo>
                    <a:pt x="538099" y="1378330"/>
                  </a:lnTo>
                </a:path>
                <a:path extrusionOk="0" h="1945005" w="2487295">
                  <a:moveTo>
                    <a:pt x="305053" y="1374393"/>
                  </a:moveTo>
                  <a:lnTo>
                    <a:pt x="450976" y="1484629"/>
                  </a:lnTo>
                </a:path>
                <a:path extrusionOk="0" h="1945005" w="2487295">
                  <a:moveTo>
                    <a:pt x="223520" y="1488058"/>
                  </a:moveTo>
                  <a:lnTo>
                    <a:pt x="375030" y="1590420"/>
                  </a:lnTo>
                </a:path>
                <a:path extrusionOk="0" h="1945005" w="2487295">
                  <a:moveTo>
                    <a:pt x="144145" y="1610105"/>
                  </a:moveTo>
                  <a:lnTo>
                    <a:pt x="299212" y="1707260"/>
                  </a:lnTo>
                </a:path>
                <a:path extrusionOk="0" h="1945005" w="2487295">
                  <a:moveTo>
                    <a:pt x="64897" y="1732279"/>
                  </a:moveTo>
                  <a:lnTo>
                    <a:pt x="223265" y="1823973"/>
                  </a:lnTo>
                </a:path>
                <a:path extrusionOk="0" h="1945005" w="2487295">
                  <a:moveTo>
                    <a:pt x="0" y="1858644"/>
                  </a:moveTo>
                  <a:lnTo>
                    <a:pt x="161416" y="1944623"/>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4" name="Google Shape;64;p1"/>
            <p:cNvSpPr/>
            <p:nvPr/>
          </p:nvSpPr>
          <p:spPr>
            <a:xfrm>
              <a:off x="5829934" y="2396998"/>
              <a:ext cx="233679" cy="201295"/>
            </a:xfrm>
            <a:custGeom>
              <a:rect b="b" l="l" r="r" t="t"/>
              <a:pathLst>
                <a:path extrusionOk="0" h="201294" w="233679">
                  <a:moveTo>
                    <a:pt x="67817" y="0"/>
                  </a:moveTo>
                  <a:lnTo>
                    <a:pt x="233552" y="77469"/>
                  </a:lnTo>
                </a:path>
                <a:path extrusionOk="0" h="201294" w="233679">
                  <a:moveTo>
                    <a:pt x="0" y="129286"/>
                  </a:moveTo>
                  <a:lnTo>
                    <a:pt x="168401" y="200913"/>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5" name="Google Shape;65;p1"/>
            <p:cNvSpPr/>
            <p:nvPr/>
          </p:nvSpPr>
          <p:spPr>
            <a:xfrm>
              <a:off x="5723382" y="2659507"/>
              <a:ext cx="222885" cy="196215"/>
            </a:xfrm>
            <a:custGeom>
              <a:rect b="b" l="l" r="r" t="t"/>
              <a:pathLst>
                <a:path extrusionOk="0" h="196214" w="222885">
                  <a:moveTo>
                    <a:pt x="51815" y="0"/>
                  </a:moveTo>
                  <a:lnTo>
                    <a:pt x="222503" y="65785"/>
                  </a:lnTo>
                </a:path>
                <a:path extrusionOk="0" h="196214" w="222885">
                  <a:moveTo>
                    <a:pt x="0" y="136143"/>
                  </a:moveTo>
                  <a:lnTo>
                    <a:pt x="172973" y="195833"/>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6" name="Google Shape;66;p1"/>
            <p:cNvSpPr/>
            <p:nvPr/>
          </p:nvSpPr>
          <p:spPr>
            <a:xfrm>
              <a:off x="5687059" y="2932938"/>
              <a:ext cx="175895" cy="50800"/>
            </a:xfrm>
            <a:custGeom>
              <a:rect b="b" l="l" r="r" t="t"/>
              <a:pathLst>
                <a:path extrusionOk="0" h="50800" w="175895">
                  <a:moveTo>
                    <a:pt x="0" y="0"/>
                  </a:moveTo>
                  <a:lnTo>
                    <a:pt x="175767" y="50673"/>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7" name="Google Shape;67;p1"/>
            <p:cNvSpPr/>
            <p:nvPr/>
          </p:nvSpPr>
          <p:spPr>
            <a:xfrm>
              <a:off x="5526785" y="3071241"/>
              <a:ext cx="299720" cy="716915"/>
            </a:xfrm>
            <a:custGeom>
              <a:rect b="b" l="l" r="r" t="t"/>
              <a:pathLst>
                <a:path extrusionOk="0" h="716914" w="299720">
                  <a:moveTo>
                    <a:pt x="122174" y="0"/>
                  </a:moveTo>
                  <a:lnTo>
                    <a:pt x="299592" y="44450"/>
                  </a:lnTo>
                </a:path>
                <a:path extrusionOk="0" h="716914" w="299720">
                  <a:moveTo>
                    <a:pt x="85598" y="139954"/>
                  </a:moveTo>
                  <a:lnTo>
                    <a:pt x="264413" y="178181"/>
                  </a:lnTo>
                </a:path>
                <a:path extrusionOk="0" h="716914" w="299720">
                  <a:moveTo>
                    <a:pt x="50800" y="279654"/>
                  </a:moveTo>
                  <a:lnTo>
                    <a:pt x="230886" y="311658"/>
                  </a:lnTo>
                </a:path>
                <a:path extrusionOk="0" h="716914" w="299720">
                  <a:moveTo>
                    <a:pt x="28575" y="423163"/>
                  </a:moveTo>
                  <a:lnTo>
                    <a:pt x="210185" y="445643"/>
                  </a:lnTo>
                </a:path>
                <a:path extrusionOk="0" h="716914" w="299720">
                  <a:moveTo>
                    <a:pt x="10287" y="566801"/>
                  </a:moveTo>
                  <a:lnTo>
                    <a:pt x="192531" y="582930"/>
                  </a:lnTo>
                </a:path>
                <a:path extrusionOk="0" h="716914" w="299720">
                  <a:moveTo>
                    <a:pt x="0" y="707136"/>
                  </a:moveTo>
                  <a:lnTo>
                    <a:pt x="182625" y="716915"/>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8" name="Google Shape;68;p1"/>
            <p:cNvSpPr/>
            <p:nvPr/>
          </p:nvSpPr>
          <p:spPr>
            <a:xfrm>
              <a:off x="5521452" y="3925823"/>
              <a:ext cx="182880" cy="3810"/>
            </a:xfrm>
            <a:custGeom>
              <a:rect b="b" l="l" r="r" t="t"/>
              <a:pathLst>
                <a:path extrusionOk="0" h="3810" w="182879">
                  <a:moveTo>
                    <a:pt x="0" y="0"/>
                  </a:moveTo>
                  <a:lnTo>
                    <a:pt x="182880" y="3428"/>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9" name="Google Shape;69;p1"/>
            <p:cNvSpPr/>
            <p:nvPr/>
          </p:nvSpPr>
          <p:spPr>
            <a:xfrm>
              <a:off x="5516245" y="4064127"/>
              <a:ext cx="523875" cy="1541145"/>
            </a:xfrm>
            <a:custGeom>
              <a:rect b="b" l="l" r="r" t="t"/>
              <a:pathLst>
                <a:path extrusionOk="0" h="1541145" w="523875">
                  <a:moveTo>
                    <a:pt x="2539" y="6096"/>
                  </a:moveTo>
                  <a:lnTo>
                    <a:pt x="185419" y="0"/>
                  </a:lnTo>
                </a:path>
                <a:path extrusionOk="0" h="1541145" w="523875">
                  <a:moveTo>
                    <a:pt x="0" y="149733"/>
                  </a:moveTo>
                  <a:lnTo>
                    <a:pt x="182499" y="137160"/>
                  </a:lnTo>
                </a:path>
                <a:path extrusionOk="0" h="1541145" w="523875">
                  <a:moveTo>
                    <a:pt x="18668" y="290956"/>
                  </a:moveTo>
                  <a:lnTo>
                    <a:pt x="200659" y="272034"/>
                  </a:lnTo>
                </a:path>
                <a:path extrusionOk="0" h="1541145" w="523875">
                  <a:moveTo>
                    <a:pt x="37464" y="432308"/>
                  </a:moveTo>
                  <a:lnTo>
                    <a:pt x="218693" y="407035"/>
                  </a:lnTo>
                </a:path>
                <a:path extrusionOk="0" h="1541145" w="523875">
                  <a:moveTo>
                    <a:pt x="50418" y="581025"/>
                  </a:moveTo>
                  <a:lnTo>
                    <a:pt x="230124" y="546354"/>
                  </a:lnTo>
                </a:path>
                <a:path extrusionOk="0" h="1541145" w="523875">
                  <a:moveTo>
                    <a:pt x="80771" y="719201"/>
                  </a:moveTo>
                  <a:lnTo>
                    <a:pt x="259079" y="678180"/>
                  </a:lnTo>
                </a:path>
                <a:path extrusionOk="0" h="1541145" w="523875">
                  <a:moveTo>
                    <a:pt x="111125" y="859663"/>
                  </a:moveTo>
                  <a:lnTo>
                    <a:pt x="287908" y="812419"/>
                  </a:lnTo>
                </a:path>
                <a:path extrusionOk="0" h="1541145" w="523875">
                  <a:moveTo>
                    <a:pt x="146430" y="1002411"/>
                  </a:moveTo>
                  <a:lnTo>
                    <a:pt x="321437" y="949198"/>
                  </a:lnTo>
                </a:path>
                <a:path extrusionOk="0" h="1541145" w="523875">
                  <a:moveTo>
                    <a:pt x="191515" y="1136142"/>
                  </a:moveTo>
                  <a:lnTo>
                    <a:pt x="363474" y="1073785"/>
                  </a:lnTo>
                </a:path>
                <a:path extrusionOk="0" h="1541145" w="523875">
                  <a:moveTo>
                    <a:pt x="248030" y="1272667"/>
                  </a:moveTo>
                  <a:lnTo>
                    <a:pt x="417702" y="1204341"/>
                  </a:lnTo>
                </a:path>
                <a:path extrusionOk="0" h="1541145" w="523875">
                  <a:moveTo>
                    <a:pt x="302259" y="1406906"/>
                  </a:moveTo>
                  <a:lnTo>
                    <a:pt x="469391" y="1332611"/>
                  </a:lnTo>
                </a:path>
                <a:path extrusionOk="0" h="1541145" w="523875">
                  <a:moveTo>
                    <a:pt x="359028" y="1541005"/>
                  </a:moveTo>
                  <a:lnTo>
                    <a:pt x="523493" y="1461008"/>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0" name="Google Shape;70;p1"/>
          <p:cNvSpPr txBox="1"/>
          <p:nvPr/>
        </p:nvSpPr>
        <p:spPr>
          <a:xfrm>
            <a:off x="5945250" y="3212075"/>
            <a:ext cx="5518800" cy="1873800"/>
          </a:xfrm>
          <a:prstGeom prst="rect">
            <a:avLst/>
          </a:prstGeom>
          <a:noFill/>
          <a:ln>
            <a:noFill/>
          </a:ln>
        </p:spPr>
        <p:txBody>
          <a:bodyPr anchorCtr="0" anchor="t" bIns="0" lIns="0" spcFirstLastPara="1" rIns="0" wrap="square" tIns="12050">
            <a:spAutoFit/>
          </a:bodyPr>
          <a:lstStyle/>
          <a:p>
            <a:pPr indent="0" lvl="0" marL="0" marR="7620" rtl="0" algn="r">
              <a:lnSpc>
                <a:spcPct val="114054"/>
              </a:lnSpc>
              <a:spcBef>
                <a:spcPts val="0"/>
              </a:spcBef>
              <a:spcAft>
                <a:spcPts val="0"/>
              </a:spcAft>
              <a:buNone/>
            </a:pPr>
            <a:r>
              <a:rPr b="1" lang="en-US" sz="3700">
                <a:solidFill>
                  <a:srgbClr val="FFFFFF"/>
                </a:solidFill>
                <a:latin typeface="Verdana"/>
                <a:ea typeface="Verdana"/>
                <a:cs typeface="Verdana"/>
                <a:sym typeface="Verdana"/>
              </a:rPr>
              <a:t>INTRODUCTION TO</a:t>
            </a:r>
            <a:endParaRPr sz="3700">
              <a:latin typeface="Verdana"/>
              <a:ea typeface="Verdana"/>
              <a:cs typeface="Verdana"/>
              <a:sym typeface="Verdana"/>
            </a:endParaRPr>
          </a:p>
          <a:p>
            <a:pPr indent="778510" lvl="0" marL="1216025" marR="5080" rtl="0" algn="r">
              <a:lnSpc>
                <a:spcPct val="103486"/>
              </a:lnSpc>
              <a:spcBef>
                <a:spcPts val="414"/>
              </a:spcBef>
              <a:spcAft>
                <a:spcPts val="0"/>
              </a:spcAft>
              <a:buNone/>
            </a:pPr>
            <a:r>
              <a:rPr b="1" lang="en-US" sz="3700">
                <a:solidFill>
                  <a:srgbClr val="FFFFFF"/>
                </a:solidFill>
                <a:latin typeface="Verdana"/>
                <a:ea typeface="Verdana"/>
                <a:cs typeface="Verdana"/>
                <a:sym typeface="Verdana"/>
              </a:rPr>
              <a:t>ARTIFICIAL INTELLIGENCE</a:t>
            </a:r>
            <a:endParaRPr sz="3700">
              <a:latin typeface="Verdana"/>
              <a:ea typeface="Verdana"/>
              <a:cs typeface="Verdana"/>
              <a:sym typeface="Verdana"/>
            </a:endParaRPr>
          </a:p>
        </p:txBody>
      </p:sp>
      <p:sp>
        <p:nvSpPr>
          <p:cNvPr id="71" name="Google Shape;71;p1"/>
          <p:cNvSpPr txBox="1"/>
          <p:nvPr/>
        </p:nvSpPr>
        <p:spPr>
          <a:xfrm>
            <a:off x="9914381" y="5144770"/>
            <a:ext cx="117094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solidFill>
                  <a:srgbClr val="FFFFFF"/>
                </a:solidFill>
                <a:latin typeface="Calibri"/>
                <a:ea typeface="Calibri"/>
                <a:cs typeface="Calibri"/>
                <a:sym typeface="Calibri"/>
              </a:rPr>
              <a:t>CHAPTER #1</a:t>
            </a:r>
            <a:endParaRPr sz="1800">
              <a:latin typeface="Calibri"/>
              <a:ea typeface="Calibri"/>
              <a:cs typeface="Calibri"/>
              <a:sym typeface="Calibri"/>
            </a:endParaRPr>
          </a:p>
        </p:txBody>
      </p:sp>
      <p:sp>
        <p:nvSpPr>
          <p:cNvPr id="72" name="Google Shape;72;p1"/>
          <p:cNvSpPr/>
          <p:nvPr/>
        </p:nvSpPr>
        <p:spPr>
          <a:xfrm>
            <a:off x="0" y="6172199"/>
            <a:ext cx="12192000" cy="685800"/>
          </a:xfrm>
          <a:custGeom>
            <a:rect b="b" l="l" r="r" t="t"/>
            <a:pathLst>
              <a:path extrusionOk="0" h="685800" w="12192000">
                <a:moveTo>
                  <a:pt x="12192000" y="0"/>
                </a:moveTo>
                <a:lnTo>
                  <a:pt x="0" y="0"/>
                </a:lnTo>
                <a:lnTo>
                  <a:pt x="0" y="685799"/>
                </a:lnTo>
                <a:lnTo>
                  <a:pt x="12192000" y="685799"/>
                </a:lnTo>
                <a:lnTo>
                  <a:pt x="12192000" y="0"/>
                </a:lnTo>
                <a:close/>
              </a:path>
            </a:pathLst>
          </a:custGeom>
          <a:solidFill>
            <a:srgbClr val="000000">
              <a:alpha val="49803"/>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 name="Google Shape;73;p1"/>
          <p:cNvSpPr txBox="1"/>
          <p:nvPr/>
        </p:nvSpPr>
        <p:spPr>
          <a:xfrm>
            <a:off x="5209794" y="6196076"/>
            <a:ext cx="1876806" cy="212238"/>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300">
                <a:solidFill>
                  <a:srgbClr val="FFFFFF"/>
                </a:solidFill>
                <a:latin typeface="Calibri"/>
                <a:ea typeface="Calibri"/>
                <a:cs typeface="Calibri"/>
                <a:sym typeface="Calibri"/>
              </a:rPr>
              <a:t>Instructor: ANAUM HAMID</a:t>
            </a:r>
            <a:endParaRPr sz="130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2"/>
          <p:cNvSpPr txBox="1"/>
          <p:nvPr>
            <p:ph type="title"/>
          </p:nvPr>
        </p:nvSpPr>
        <p:spPr>
          <a:xfrm>
            <a:off x="764556" y="1021800"/>
            <a:ext cx="53352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COURSE CATALOG</a:t>
            </a:r>
            <a:endParaRPr/>
          </a:p>
        </p:txBody>
      </p:sp>
      <p:sp>
        <p:nvSpPr>
          <p:cNvPr id="79" name="Google Shape;79;p2"/>
          <p:cNvSpPr txBox="1"/>
          <p:nvPr/>
        </p:nvSpPr>
        <p:spPr>
          <a:xfrm>
            <a:off x="764540" y="2057400"/>
            <a:ext cx="7236460" cy="3332964"/>
          </a:xfrm>
          <a:prstGeom prst="rect">
            <a:avLst/>
          </a:prstGeom>
          <a:noFill/>
          <a:ln>
            <a:noFill/>
          </a:ln>
        </p:spPr>
        <p:txBody>
          <a:bodyPr anchorCtr="0" anchor="t" bIns="0" lIns="0" spcFirstLastPara="1" rIns="0" wrap="square" tIns="140950">
            <a:spAutoFit/>
          </a:bodyPr>
          <a:lstStyle/>
          <a:p>
            <a:pPr indent="-342900" lvl="0" marL="407035" rtl="0" algn="l">
              <a:lnSpc>
                <a:spcPct val="100000"/>
              </a:lnSpc>
              <a:spcBef>
                <a:spcPts val="0"/>
              </a:spcBef>
              <a:spcAft>
                <a:spcPts val="0"/>
              </a:spcAft>
              <a:buClr>
                <a:srgbClr val="FFFFFF"/>
              </a:buClr>
              <a:buSzPts val="1800"/>
              <a:buFont typeface="Calibri"/>
              <a:buAutoNum type="arabicPeriod"/>
            </a:pPr>
            <a:r>
              <a:rPr b="1" lang="en-US" sz="1800">
                <a:solidFill>
                  <a:srgbClr val="FFFFFF"/>
                </a:solidFill>
                <a:latin typeface="Calibri"/>
                <a:ea typeface="Calibri"/>
                <a:cs typeface="Calibri"/>
                <a:sym typeface="Calibri"/>
              </a:rPr>
              <a:t>Introduction and Agents (chapters 1,2)</a:t>
            </a:r>
            <a:endParaRPr/>
          </a:p>
          <a:p>
            <a:pPr indent="-342900" lvl="0" marL="407035" rtl="0" algn="l">
              <a:lnSpc>
                <a:spcPct val="100000"/>
              </a:lnSpc>
              <a:spcBef>
                <a:spcPts val="1110"/>
              </a:spcBef>
              <a:spcAft>
                <a:spcPts val="0"/>
              </a:spcAft>
              <a:buClr>
                <a:srgbClr val="FFFFFF"/>
              </a:buClr>
              <a:buSzPts val="1800"/>
              <a:buFont typeface="Calibri"/>
              <a:buAutoNum type="arabicPeriod"/>
            </a:pPr>
            <a:r>
              <a:rPr b="1" lang="en-US" sz="1800">
                <a:solidFill>
                  <a:srgbClr val="FFFFFF"/>
                </a:solidFill>
                <a:latin typeface="Calibri"/>
                <a:ea typeface="Calibri"/>
                <a:cs typeface="Calibri"/>
                <a:sym typeface="Calibri"/>
              </a:rPr>
              <a:t>Search (chapters 3,4,5,6)</a:t>
            </a:r>
            <a:endParaRPr/>
          </a:p>
          <a:p>
            <a:pPr indent="-342900" lvl="0" marL="407035" rtl="0" algn="l">
              <a:lnSpc>
                <a:spcPct val="100000"/>
              </a:lnSpc>
              <a:spcBef>
                <a:spcPts val="1110"/>
              </a:spcBef>
              <a:spcAft>
                <a:spcPts val="0"/>
              </a:spcAft>
              <a:buClr>
                <a:srgbClr val="FFFFFF"/>
              </a:buClr>
              <a:buSzPts val="1800"/>
              <a:buFont typeface="Calibri"/>
              <a:buAutoNum type="arabicPeriod"/>
            </a:pPr>
            <a:r>
              <a:rPr b="1" lang="en-US" sz="1800">
                <a:solidFill>
                  <a:srgbClr val="FFFFFF"/>
                </a:solidFill>
                <a:latin typeface="Calibri"/>
                <a:ea typeface="Calibri"/>
                <a:cs typeface="Calibri"/>
                <a:sym typeface="Calibri"/>
              </a:rPr>
              <a:t>Logic (chapters 7,8,9)</a:t>
            </a:r>
            <a:endParaRPr/>
          </a:p>
          <a:p>
            <a:pPr indent="-342900" lvl="0" marL="407035" rtl="0" algn="l">
              <a:lnSpc>
                <a:spcPct val="100000"/>
              </a:lnSpc>
              <a:spcBef>
                <a:spcPts val="1110"/>
              </a:spcBef>
              <a:spcAft>
                <a:spcPts val="0"/>
              </a:spcAft>
              <a:buClr>
                <a:srgbClr val="FFFFFF"/>
              </a:buClr>
              <a:buSzPts val="1800"/>
              <a:buFont typeface="Calibri"/>
              <a:buAutoNum type="arabicPeriod"/>
            </a:pPr>
            <a:r>
              <a:rPr b="1" lang="en-US" sz="1800">
                <a:solidFill>
                  <a:srgbClr val="FFFFFF"/>
                </a:solidFill>
                <a:latin typeface="Calibri"/>
                <a:ea typeface="Calibri"/>
                <a:cs typeface="Calibri"/>
                <a:sym typeface="Calibri"/>
              </a:rPr>
              <a:t>Planning (chapters 11,12)</a:t>
            </a:r>
            <a:endParaRPr/>
          </a:p>
          <a:p>
            <a:pPr indent="-342900" lvl="0" marL="407035" rtl="0" algn="l">
              <a:lnSpc>
                <a:spcPct val="100000"/>
              </a:lnSpc>
              <a:spcBef>
                <a:spcPts val="1110"/>
              </a:spcBef>
              <a:spcAft>
                <a:spcPts val="0"/>
              </a:spcAft>
              <a:buClr>
                <a:srgbClr val="FFFFFF"/>
              </a:buClr>
              <a:buSzPts val="1800"/>
              <a:buFont typeface="Calibri"/>
              <a:buAutoNum type="arabicPeriod"/>
            </a:pPr>
            <a:r>
              <a:rPr b="1" lang="en-US" sz="1800">
                <a:solidFill>
                  <a:srgbClr val="FFFFFF"/>
                </a:solidFill>
                <a:latin typeface="Calibri"/>
                <a:ea typeface="Calibri"/>
                <a:cs typeface="Calibri"/>
                <a:sym typeface="Calibri"/>
              </a:rPr>
              <a:t>Uncertainty (chapters 13,14)</a:t>
            </a:r>
            <a:endParaRPr/>
          </a:p>
          <a:p>
            <a:pPr indent="-342900" lvl="0" marL="407035" rtl="0" algn="l">
              <a:lnSpc>
                <a:spcPct val="100000"/>
              </a:lnSpc>
              <a:spcBef>
                <a:spcPts val="1110"/>
              </a:spcBef>
              <a:spcAft>
                <a:spcPts val="0"/>
              </a:spcAft>
              <a:buClr>
                <a:srgbClr val="FFFFFF"/>
              </a:buClr>
              <a:buSzPts val="1800"/>
              <a:buFont typeface="Calibri"/>
              <a:buAutoNum type="arabicPeriod"/>
            </a:pPr>
            <a:r>
              <a:rPr b="1" lang="en-US" sz="1800">
                <a:solidFill>
                  <a:srgbClr val="FFFFFF"/>
                </a:solidFill>
                <a:latin typeface="Calibri"/>
                <a:ea typeface="Calibri"/>
                <a:cs typeface="Calibri"/>
                <a:sym typeface="Calibri"/>
              </a:rPr>
              <a:t>Learning (chapters 18,20)</a:t>
            </a:r>
            <a:endParaRPr/>
          </a:p>
          <a:p>
            <a:pPr indent="-342900" lvl="0" marL="407035" rtl="0" algn="l">
              <a:lnSpc>
                <a:spcPct val="100000"/>
              </a:lnSpc>
              <a:spcBef>
                <a:spcPts val="1110"/>
              </a:spcBef>
              <a:spcAft>
                <a:spcPts val="0"/>
              </a:spcAft>
              <a:buClr>
                <a:srgbClr val="FFFFFF"/>
              </a:buClr>
              <a:buSzPts val="1800"/>
              <a:buFont typeface="Calibri"/>
              <a:buAutoNum type="arabicPeriod"/>
            </a:pPr>
            <a:r>
              <a:rPr b="1" lang="en-US" sz="1800">
                <a:solidFill>
                  <a:srgbClr val="FFFFFF"/>
                </a:solidFill>
                <a:latin typeface="Calibri"/>
                <a:ea typeface="Calibri"/>
                <a:cs typeface="Calibri"/>
                <a:sym typeface="Calibri"/>
              </a:rPr>
              <a:t>Reinforcement Learning</a:t>
            </a:r>
            <a:endParaRPr/>
          </a:p>
          <a:p>
            <a:pPr indent="0" lvl="0" marL="64135" rtl="0" algn="l">
              <a:lnSpc>
                <a:spcPct val="100000"/>
              </a:lnSpc>
              <a:spcBef>
                <a:spcPts val="1010"/>
              </a:spcBef>
              <a:spcAft>
                <a:spcPts val="0"/>
              </a:spcAft>
              <a:buNone/>
            </a:pPr>
            <a:r>
              <a:t/>
            </a:r>
            <a:endParaRPr sz="18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3"/>
          <p:cNvSpPr txBox="1"/>
          <p:nvPr>
            <p:ph type="title"/>
          </p:nvPr>
        </p:nvSpPr>
        <p:spPr>
          <a:xfrm>
            <a:off x="78739" y="163525"/>
            <a:ext cx="9591675" cy="1707565"/>
          </a:xfrm>
          <a:prstGeom prst="rect">
            <a:avLst/>
          </a:prstGeom>
          <a:noFill/>
          <a:ln>
            <a:noFill/>
          </a:ln>
        </p:spPr>
        <p:txBody>
          <a:bodyPr anchorCtr="0" anchor="t" bIns="0" lIns="0" spcFirstLastPara="1" rIns="0" wrap="square" tIns="870950">
            <a:spAutoFit/>
          </a:bodyPr>
          <a:lstStyle/>
          <a:p>
            <a:pPr indent="0" lvl="0" marL="698500" rtl="0" algn="l">
              <a:lnSpc>
                <a:spcPct val="100000"/>
              </a:lnSpc>
              <a:spcBef>
                <a:spcPts val="0"/>
              </a:spcBef>
              <a:spcAft>
                <a:spcPts val="0"/>
              </a:spcAft>
              <a:buNone/>
            </a:pPr>
            <a:r>
              <a:rPr lang="en-US"/>
              <a:t>TEXTBOOK</a:t>
            </a:r>
            <a:endParaRPr/>
          </a:p>
        </p:txBody>
      </p:sp>
      <p:pic>
        <p:nvPicPr>
          <p:cNvPr id="85" name="Google Shape;85;p3"/>
          <p:cNvPicPr preferRelativeResize="0"/>
          <p:nvPr/>
        </p:nvPicPr>
        <p:blipFill rotWithShape="1">
          <a:blip r:embed="rId3">
            <a:alphaModFix/>
          </a:blip>
          <a:srcRect b="0" l="0" r="0" t="0"/>
          <a:stretch/>
        </p:blipFill>
        <p:spPr>
          <a:xfrm>
            <a:off x="4457502" y="1013460"/>
            <a:ext cx="3543498" cy="4244340"/>
          </a:xfrm>
          <a:prstGeom prst="rect">
            <a:avLst/>
          </a:prstGeom>
          <a:noFill/>
          <a:ln>
            <a:noFill/>
          </a:ln>
        </p:spPr>
      </p:pic>
      <p:sp>
        <p:nvSpPr>
          <p:cNvPr id="86" name="Google Shape;86;p3"/>
          <p:cNvSpPr txBox="1"/>
          <p:nvPr/>
        </p:nvSpPr>
        <p:spPr>
          <a:xfrm>
            <a:off x="1973580" y="5314208"/>
            <a:ext cx="8244840" cy="3003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FFFFFF"/>
                </a:solidFill>
                <a:latin typeface="Calibri"/>
                <a:ea typeface="Calibri"/>
                <a:cs typeface="Calibri"/>
                <a:sym typeface="Calibri"/>
              </a:rPr>
              <a:t>Artificial intelligence: A modern approach (4rd edition), Stuart Russell and Peter Norvig</a:t>
            </a:r>
            <a:endParaRPr sz="18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4"/>
          <p:cNvSpPr txBox="1"/>
          <p:nvPr>
            <p:ph type="title"/>
          </p:nvPr>
        </p:nvSpPr>
        <p:spPr>
          <a:xfrm>
            <a:off x="78739" y="163525"/>
            <a:ext cx="9591675" cy="1707565"/>
          </a:xfrm>
          <a:prstGeom prst="rect">
            <a:avLst/>
          </a:prstGeom>
          <a:noFill/>
          <a:ln>
            <a:noFill/>
          </a:ln>
        </p:spPr>
        <p:txBody>
          <a:bodyPr anchorCtr="0" anchor="t" bIns="0" lIns="0" spcFirstLastPara="1" rIns="0" wrap="square" tIns="870950">
            <a:spAutoFit/>
          </a:bodyPr>
          <a:lstStyle/>
          <a:p>
            <a:pPr indent="0" lvl="0" marL="698500" rtl="0" algn="l">
              <a:lnSpc>
                <a:spcPct val="100000"/>
              </a:lnSpc>
              <a:spcBef>
                <a:spcPts val="0"/>
              </a:spcBef>
              <a:spcAft>
                <a:spcPts val="0"/>
              </a:spcAft>
              <a:buNone/>
            </a:pPr>
            <a:r>
              <a:rPr lang="en-US"/>
              <a:t>MARKS DISTRIBUTION</a:t>
            </a:r>
            <a:endParaRPr/>
          </a:p>
        </p:txBody>
      </p:sp>
      <p:sp>
        <p:nvSpPr>
          <p:cNvPr id="92" name="Google Shape;92;p4"/>
          <p:cNvSpPr txBox="1"/>
          <p:nvPr/>
        </p:nvSpPr>
        <p:spPr>
          <a:xfrm>
            <a:off x="764550" y="2638852"/>
            <a:ext cx="1914000" cy="1507200"/>
          </a:xfrm>
          <a:prstGeom prst="rect">
            <a:avLst/>
          </a:prstGeom>
          <a:noFill/>
          <a:ln>
            <a:noFill/>
          </a:ln>
        </p:spPr>
        <p:txBody>
          <a:bodyPr anchorCtr="0" anchor="t" bIns="0" lIns="0" spcFirstLastPara="1" rIns="0" wrap="square" tIns="140325">
            <a:spAutoFit/>
          </a:bodyPr>
          <a:lstStyle/>
          <a:p>
            <a:pPr indent="-286385" lvl="0" marL="299085" rtl="0" algn="l">
              <a:lnSpc>
                <a:spcPct val="100000"/>
              </a:lnSpc>
              <a:spcBef>
                <a:spcPts val="0"/>
              </a:spcBef>
              <a:spcAft>
                <a:spcPts val="0"/>
              </a:spcAft>
              <a:buClr>
                <a:srgbClr val="FFFFFF"/>
              </a:buClr>
              <a:buSzPts val="2400"/>
              <a:buFont typeface="Arial"/>
              <a:buChar char="•"/>
            </a:pPr>
            <a:r>
              <a:rPr b="1" lang="en-US" sz="2400">
                <a:solidFill>
                  <a:srgbClr val="FFFFFF"/>
                </a:solidFill>
                <a:latin typeface="Calibri"/>
                <a:ea typeface="Calibri"/>
                <a:cs typeface="Calibri"/>
                <a:sym typeface="Calibri"/>
              </a:rPr>
              <a:t>Assignments</a:t>
            </a:r>
            <a:endParaRPr sz="2400">
              <a:latin typeface="Calibri"/>
              <a:ea typeface="Calibri"/>
              <a:cs typeface="Calibri"/>
              <a:sym typeface="Calibri"/>
            </a:endParaRPr>
          </a:p>
          <a:p>
            <a:pPr indent="-286385" lvl="0" marL="299085" rtl="0" algn="l">
              <a:lnSpc>
                <a:spcPct val="100000"/>
              </a:lnSpc>
              <a:spcBef>
                <a:spcPts val="1005"/>
              </a:spcBef>
              <a:spcAft>
                <a:spcPts val="0"/>
              </a:spcAft>
              <a:buClr>
                <a:srgbClr val="FFFFFF"/>
              </a:buClr>
              <a:buSzPts val="2400"/>
              <a:buFont typeface="Arial"/>
              <a:buChar char="•"/>
            </a:pPr>
            <a:r>
              <a:rPr b="1" lang="en-US" sz="2400">
                <a:solidFill>
                  <a:srgbClr val="FFFFFF"/>
                </a:solidFill>
                <a:latin typeface="Calibri"/>
                <a:ea typeface="Calibri"/>
                <a:cs typeface="Calibri"/>
                <a:sym typeface="Calibri"/>
              </a:rPr>
              <a:t>Midterms</a:t>
            </a:r>
            <a:endParaRPr sz="2400">
              <a:latin typeface="Calibri"/>
              <a:ea typeface="Calibri"/>
              <a:cs typeface="Calibri"/>
              <a:sym typeface="Calibri"/>
            </a:endParaRPr>
          </a:p>
          <a:p>
            <a:pPr indent="0" lvl="0" marL="457200" rtl="0" algn="l">
              <a:lnSpc>
                <a:spcPct val="100000"/>
              </a:lnSpc>
              <a:spcBef>
                <a:spcPts val="1000"/>
              </a:spcBef>
              <a:spcAft>
                <a:spcPts val="0"/>
              </a:spcAft>
              <a:buNone/>
            </a:pPr>
            <a:r>
              <a:t/>
            </a:r>
            <a:endParaRPr sz="2400">
              <a:latin typeface="Calibri"/>
              <a:ea typeface="Calibri"/>
              <a:cs typeface="Calibri"/>
              <a:sym typeface="Calibri"/>
            </a:endParaRPr>
          </a:p>
        </p:txBody>
      </p:sp>
      <p:sp>
        <p:nvSpPr>
          <p:cNvPr id="93" name="Google Shape;93;p4"/>
          <p:cNvSpPr txBox="1"/>
          <p:nvPr/>
        </p:nvSpPr>
        <p:spPr>
          <a:xfrm>
            <a:off x="3516466" y="2638857"/>
            <a:ext cx="3798600" cy="1507200"/>
          </a:xfrm>
          <a:prstGeom prst="rect">
            <a:avLst/>
          </a:prstGeom>
          <a:noFill/>
          <a:ln>
            <a:noFill/>
          </a:ln>
        </p:spPr>
        <p:txBody>
          <a:bodyPr anchorCtr="0" anchor="t" bIns="0" lIns="0" spcFirstLastPara="1" rIns="0" wrap="square" tIns="140325">
            <a:spAutoFit/>
          </a:bodyPr>
          <a:lstStyle/>
          <a:p>
            <a:pPr indent="0" lvl="0" marL="38735" rtl="0" algn="l">
              <a:lnSpc>
                <a:spcPct val="100000"/>
              </a:lnSpc>
              <a:spcBef>
                <a:spcPts val="0"/>
              </a:spcBef>
              <a:spcAft>
                <a:spcPts val="0"/>
              </a:spcAft>
              <a:buNone/>
            </a:pPr>
            <a:r>
              <a:rPr b="1" lang="en-US" sz="2400">
                <a:solidFill>
                  <a:srgbClr val="FFFFFF"/>
                </a:solidFill>
                <a:latin typeface="Calibri"/>
                <a:ea typeface="Calibri"/>
                <a:cs typeface="Calibri"/>
                <a:sym typeface="Calibri"/>
              </a:rPr>
              <a:t>10</a:t>
            </a:r>
            <a:r>
              <a:rPr b="1" lang="en-US" sz="2400">
                <a:solidFill>
                  <a:srgbClr val="FFFFFF"/>
                </a:solidFill>
                <a:latin typeface="Calibri"/>
                <a:ea typeface="Calibri"/>
                <a:cs typeface="Calibri"/>
                <a:sym typeface="Calibri"/>
              </a:rPr>
              <a:t>   (</a:t>
            </a:r>
            <a:r>
              <a:rPr b="1" lang="en-US" sz="2400">
                <a:solidFill>
                  <a:srgbClr val="FFFFFF"/>
                </a:solidFill>
                <a:latin typeface="Calibri"/>
                <a:ea typeface="Calibri"/>
                <a:cs typeface="Calibri"/>
                <a:sym typeface="Calibri"/>
              </a:rPr>
              <a:t>Best  3 out of 4</a:t>
            </a:r>
            <a:r>
              <a:rPr b="1" lang="en-US" sz="2400">
                <a:solidFill>
                  <a:srgbClr val="FFFFFF"/>
                </a:solidFill>
                <a:latin typeface="Calibri"/>
                <a:ea typeface="Calibri"/>
                <a:cs typeface="Calibri"/>
                <a:sym typeface="Calibri"/>
              </a:rPr>
              <a:t>)</a:t>
            </a:r>
            <a:endParaRPr sz="2400">
              <a:latin typeface="Calibri"/>
              <a:ea typeface="Calibri"/>
              <a:cs typeface="Calibri"/>
              <a:sym typeface="Calibri"/>
            </a:endParaRPr>
          </a:p>
          <a:p>
            <a:pPr indent="0" lvl="0" marL="25400" rtl="0" algn="l">
              <a:lnSpc>
                <a:spcPct val="100000"/>
              </a:lnSpc>
              <a:spcBef>
                <a:spcPts val="1005"/>
              </a:spcBef>
              <a:spcAft>
                <a:spcPts val="0"/>
              </a:spcAft>
              <a:buNone/>
            </a:pPr>
            <a:r>
              <a:rPr b="1" lang="en-US" sz="2400">
                <a:solidFill>
                  <a:srgbClr val="FFFFFF"/>
                </a:solidFill>
                <a:latin typeface="Calibri"/>
                <a:ea typeface="Calibri"/>
                <a:cs typeface="Calibri"/>
                <a:sym typeface="Calibri"/>
              </a:rPr>
              <a:t>15 each (x2= 30)</a:t>
            </a:r>
            <a:endParaRPr sz="2400">
              <a:latin typeface="Calibri"/>
              <a:ea typeface="Calibri"/>
              <a:cs typeface="Calibri"/>
              <a:sym typeface="Calibri"/>
            </a:endParaRPr>
          </a:p>
          <a:p>
            <a:pPr indent="0" lvl="0" marL="12700" rtl="0" algn="l">
              <a:lnSpc>
                <a:spcPct val="100000"/>
              </a:lnSpc>
              <a:spcBef>
                <a:spcPts val="1000"/>
              </a:spcBef>
              <a:spcAft>
                <a:spcPts val="0"/>
              </a:spcAft>
              <a:buNone/>
            </a:pPr>
            <a:r>
              <a:t/>
            </a:r>
            <a:endParaRPr sz="2400">
              <a:latin typeface="Calibri"/>
              <a:ea typeface="Calibri"/>
              <a:cs typeface="Calibri"/>
              <a:sym typeface="Calibri"/>
            </a:endParaRPr>
          </a:p>
        </p:txBody>
      </p:sp>
      <p:sp>
        <p:nvSpPr>
          <p:cNvPr id="94" name="Google Shape;94;p4"/>
          <p:cNvSpPr txBox="1"/>
          <p:nvPr/>
        </p:nvSpPr>
        <p:spPr>
          <a:xfrm>
            <a:off x="763275" y="3754325"/>
            <a:ext cx="5585400" cy="1010700"/>
          </a:xfrm>
          <a:prstGeom prst="rect">
            <a:avLst/>
          </a:prstGeom>
          <a:noFill/>
          <a:ln>
            <a:noFill/>
          </a:ln>
        </p:spPr>
        <p:txBody>
          <a:bodyPr anchorCtr="0" anchor="t" bIns="0" lIns="0" spcFirstLastPara="1" rIns="0" wrap="square" tIns="140950">
            <a:spAutoFit/>
          </a:bodyPr>
          <a:lstStyle/>
          <a:p>
            <a:pPr indent="-286385" lvl="0" marL="299085" rtl="0" algn="l">
              <a:lnSpc>
                <a:spcPct val="100000"/>
              </a:lnSpc>
              <a:spcBef>
                <a:spcPts val="0"/>
              </a:spcBef>
              <a:spcAft>
                <a:spcPts val="0"/>
              </a:spcAft>
              <a:buClr>
                <a:srgbClr val="FFFFFF"/>
              </a:buClr>
              <a:buSzPts val="2400"/>
              <a:buFont typeface="Arial"/>
              <a:buChar char="•"/>
            </a:pPr>
            <a:r>
              <a:rPr b="1" lang="en-US" sz="2400">
                <a:solidFill>
                  <a:srgbClr val="FFFFFF"/>
                </a:solidFill>
                <a:latin typeface="Calibri"/>
                <a:ea typeface="Calibri"/>
                <a:cs typeface="Calibri"/>
                <a:sym typeface="Calibri"/>
              </a:rPr>
              <a:t>Quiz	 				10  (Best 3 out of 4)</a:t>
            </a:r>
            <a:endParaRPr sz="2400">
              <a:latin typeface="Calibri"/>
              <a:ea typeface="Calibri"/>
              <a:cs typeface="Calibri"/>
              <a:sym typeface="Calibri"/>
            </a:endParaRPr>
          </a:p>
          <a:p>
            <a:pPr indent="-286385" lvl="0" marL="299085" rtl="0" algn="l">
              <a:lnSpc>
                <a:spcPct val="100000"/>
              </a:lnSpc>
              <a:spcBef>
                <a:spcPts val="1010"/>
              </a:spcBef>
              <a:spcAft>
                <a:spcPts val="0"/>
              </a:spcAft>
              <a:buClr>
                <a:srgbClr val="FFFFFF"/>
              </a:buClr>
              <a:buSzPts val="2400"/>
              <a:buFont typeface="Arial"/>
              <a:buChar char="•"/>
            </a:pPr>
            <a:r>
              <a:rPr b="1" lang="en-US" sz="2400">
                <a:solidFill>
                  <a:srgbClr val="FFFFFF"/>
                </a:solidFill>
                <a:latin typeface="Calibri"/>
                <a:ea typeface="Calibri"/>
                <a:cs typeface="Calibri"/>
                <a:sym typeface="Calibri"/>
              </a:rPr>
              <a:t>Final					50</a:t>
            </a:r>
            <a:endParaRPr sz="24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5"/>
          <p:cNvSpPr txBox="1"/>
          <p:nvPr>
            <p:ph type="title"/>
          </p:nvPr>
        </p:nvSpPr>
        <p:spPr>
          <a:xfrm>
            <a:off x="764553" y="1021800"/>
            <a:ext cx="21438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solidFill>
                  <a:srgbClr val="FFFFFF"/>
                </a:solidFill>
              </a:rPr>
              <a:t>AGENDA</a:t>
            </a:r>
            <a:endParaRPr/>
          </a:p>
        </p:txBody>
      </p:sp>
      <p:sp>
        <p:nvSpPr>
          <p:cNvPr id="100" name="Google Shape;100;p5"/>
          <p:cNvSpPr txBox="1"/>
          <p:nvPr>
            <p:ph idx="1" type="body"/>
          </p:nvPr>
        </p:nvSpPr>
        <p:spPr>
          <a:xfrm>
            <a:off x="764540" y="2083130"/>
            <a:ext cx="9904095" cy="3409950"/>
          </a:xfrm>
          <a:prstGeom prst="rect">
            <a:avLst/>
          </a:prstGeom>
          <a:noFill/>
          <a:ln>
            <a:noFill/>
          </a:ln>
        </p:spPr>
        <p:txBody>
          <a:bodyPr anchorCtr="0" anchor="t" bIns="0" lIns="0" spcFirstLastPara="1" rIns="0" wrap="square" tIns="329600">
            <a:spAutoFit/>
          </a:bodyPr>
          <a:lstStyle/>
          <a:p>
            <a:pPr indent="-287020" lvl="0" marL="505459" rtl="0" algn="l">
              <a:lnSpc>
                <a:spcPct val="100000"/>
              </a:lnSpc>
              <a:spcBef>
                <a:spcPts val="0"/>
              </a:spcBef>
              <a:spcAft>
                <a:spcPts val="0"/>
              </a:spcAft>
              <a:buClr>
                <a:schemeClr val="lt1"/>
              </a:buClr>
              <a:buSzPts val="2400"/>
              <a:buFont typeface="Verdana"/>
              <a:buChar char="•"/>
            </a:pPr>
            <a:r>
              <a:rPr lang="en-US" sz="2400"/>
              <a:t>Introduction to artificial intelligence?</a:t>
            </a:r>
            <a:endParaRPr sz="2400"/>
          </a:p>
          <a:p>
            <a:pPr indent="-287020" lvl="0" marL="505459" rtl="0" algn="l">
              <a:lnSpc>
                <a:spcPct val="100000"/>
              </a:lnSpc>
              <a:spcBef>
                <a:spcPts val="2305"/>
              </a:spcBef>
              <a:spcAft>
                <a:spcPts val="0"/>
              </a:spcAft>
              <a:buClr>
                <a:schemeClr val="lt1"/>
              </a:buClr>
              <a:buSzPts val="2400"/>
              <a:buFont typeface="Verdana"/>
              <a:buChar char="•"/>
            </a:pPr>
            <a:r>
              <a:rPr lang="en-US" sz="2400"/>
              <a:t>A very brief history of AI</a:t>
            </a:r>
            <a:endParaRPr sz="2400"/>
          </a:p>
          <a:p>
            <a:pPr indent="-287020" lvl="0" marL="505459" rtl="0" algn="l">
              <a:lnSpc>
                <a:spcPct val="100000"/>
              </a:lnSpc>
              <a:spcBef>
                <a:spcPts val="2305"/>
              </a:spcBef>
              <a:spcAft>
                <a:spcPts val="0"/>
              </a:spcAft>
              <a:buClr>
                <a:schemeClr val="lt1"/>
              </a:buClr>
              <a:buSzPts val="2400"/>
              <a:buFont typeface="Verdana"/>
              <a:buChar char="•"/>
            </a:pPr>
            <a:r>
              <a:rPr lang="en-US" sz="2400"/>
              <a:t>Foundations of AI</a:t>
            </a:r>
            <a:endParaRPr sz="2400"/>
          </a:p>
          <a:p>
            <a:pPr indent="-287020" lvl="0" marL="505459" rtl="0" algn="l">
              <a:lnSpc>
                <a:spcPct val="113958"/>
              </a:lnSpc>
              <a:spcBef>
                <a:spcPts val="2305"/>
              </a:spcBef>
              <a:spcAft>
                <a:spcPts val="0"/>
              </a:spcAft>
              <a:buClr>
                <a:schemeClr val="lt1"/>
              </a:buClr>
              <a:buSzPts val="2400"/>
              <a:buFont typeface="Verdana"/>
              <a:buChar char="•"/>
            </a:pPr>
            <a:r>
              <a:rPr lang="en-US" sz="2400"/>
              <a:t>AI state of Art</a:t>
            </a:r>
            <a:endParaRPr sz="2400"/>
          </a:p>
          <a:p>
            <a:pPr indent="-287019" lvl="0" marL="962025" marR="5080" rtl="0" algn="l">
              <a:lnSpc>
                <a:spcPct val="107916"/>
              </a:lnSpc>
              <a:spcBef>
                <a:spcPts val="185"/>
              </a:spcBef>
              <a:spcAft>
                <a:spcPts val="0"/>
              </a:spcAft>
              <a:buNone/>
            </a:pPr>
            <a:r>
              <a:rPr lang="en-US" sz="2400"/>
              <a:t>– How much progress has been made in different aspects of AI</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6"/>
          <p:cNvPicPr preferRelativeResize="0"/>
          <p:nvPr/>
        </p:nvPicPr>
        <p:blipFill rotWithShape="1">
          <a:blip r:embed="rId3">
            <a:alphaModFix/>
          </a:blip>
          <a:srcRect b="0" l="0" r="0" t="0"/>
          <a:stretch/>
        </p:blipFill>
        <p:spPr>
          <a:xfrm>
            <a:off x="2776727" y="2356103"/>
            <a:ext cx="5401056" cy="4501896"/>
          </a:xfrm>
          <a:prstGeom prst="rect">
            <a:avLst/>
          </a:prstGeom>
          <a:noFill/>
          <a:ln>
            <a:noFill/>
          </a:ln>
        </p:spPr>
      </p:pic>
      <p:grpSp>
        <p:nvGrpSpPr>
          <p:cNvPr id="106" name="Google Shape;106;p6"/>
          <p:cNvGrpSpPr/>
          <p:nvPr/>
        </p:nvGrpSpPr>
        <p:grpSpPr>
          <a:xfrm>
            <a:off x="1853729" y="2351531"/>
            <a:ext cx="6328626" cy="4506595"/>
            <a:chOff x="1853729" y="2351531"/>
            <a:chExt cx="6328626" cy="4506595"/>
          </a:xfrm>
        </p:grpSpPr>
        <p:sp>
          <p:nvSpPr>
            <p:cNvPr id="107" name="Google Shape;107;p6"/>
            <p:cNvSpPr/>
            <p:nvPr/>
          </p:nvSpPr>
          <p:spPr>
            <a:xfrm>
              <a:off x="2772155" y="2351531"/>
              <a:ext cx="5410200" cy="4506595"/>
            </a:xfrm>
            <a:custGeom>
              <a:rect b="b" l="l" r="r" t="t"/>
              <a:pathLst>
                <a:path extrusionOk="0" h="4506595" w="5410200">
                  <a:moveTo>
                    <a:pt x="5410200" y="4506468"/>
                  </a:moveTo>
                  <a:lnTo>
                    <a:pt x="5410200" y="0"/>
                  </a:lnTo>
                  <a:lnTo>
                    <a:pt x="0" y="0"/>
                  </a:lnTo>
                  <a:lnTo>
                    <a:pt x="0" y="4506468"/>
                  </a:lnTo>
                </a:path>
              </a:pathLst>
            </a:custGeom>
            <a:noFill/>
            <a:ln cap="flat" cmpd="sng" w="9525">
              <a:solidFill>
                <a:srgbClr val="001F5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8" name="Google Shape;108;p6"/>
            <p:cNvSpPr/>
            <p:nvPr/>
          </p:nvSpPr>
          <p:spPr>
            <a:xfrm>
              <a:off x="1853729" y="2903541"/>
              <a:ext cx="2063114" cy="1283970"/>
            </a:xfrm>
            <a:custGeom>
              <a:rect b="b" l="l" r="r" t="t"/>
              <a:pathLst>
                <a:path extrusionOk="0" h="1283970" w="2063114">
                  <a:moveTo>
                    <a:pt x="1260648" y="0"/>
                  </a:moveTo>
                  <a:lnTo>
                    <a:pt x="1215094" y="4032"/>
                  </a:lnTo>
                  <a:lnTo>
                    <a:pt x="1171852" y="16313"/>
                  </a:lnTo>
                  <a:lnTo>
                    <a:pt x="1132596" y="36362"/>
                  </a:lnTo>
                  <a:lnTo>
                    <a:pt x="1098998" y="63701"/>
                  </a:lnTo>
                  <a:lnTo>
                    <a:pt x="1072731" y="97849"/>
                  </a:lnTo>
                  <a:lnTo>
                    <a:pt x="1059217" y="87308"/>
                  </a:lnTo>
                  <a:lnTo>
                    <a:pt x="1013676" y="61019"/>
                  </a:lnTo>
                  <a:lnTo>
                    <a:pt x="965977" y="44499"/>
                  </a:lnTo>
                  <a:lnTo>
                    <a:pt x="916862" y="36609"/>
                  </a:lnTo>
                  <a:lnTo>
                    <a:pt x="867711" y="36991"/>
                  </a:lnTo>
                  <a:lnTo>
                    <a:pt x="819906" y="45287"/>
                  </a:lnTo>
                  <a:lnTo>
                    <a:pt x="774827" y="61137"/>
                  </a:lnTo>
                  <a:lnTo>
                    <a:pt x="733855" y="84182"/>
                  </a:lnTo>
                  <a:lnTo>
                    <a:pt x="698373" y="114065"/>
                  </a:lnTo>
                  <a:lnTo>
                    <a:pt x="669760" y="150427"/>
                  </a:lnTo>
                  <a:lnTo>
                    <a:pt x="621317" y="130787"/>
                  </a:lnTo>
                  <a:lnTo>
                    <a:pt x="570065" y="118280"/>
                  </a:lnTo>
                  <a:lnTo>
                    <a:pt x="517098" y="113083"/>
                  </a:lnTo>
                  <a:lnTo>
                    <a:pt x="463512" y="115375"/>
                  </a:lnTo>
                  <a:lnTo>
                    <a:pt x="412309" y="124886"/>
                  </a:lnTo>
                  <a:lnTo>
                    <a:pt x="364843" y="140803"/>
                  </a:lnTo>
                  <a:lnTo>
                    <a:pt x="321683" y="162494"/>
                  </a:lnTo>
                  <a:lnTo>
                    <a:pt x="283395" y="189323"/>
                  </a:lnTo>
                  <a:lnTo>
                    <a:pt x="250549" y="220658"/>
                  </a:lnTo>
                  <a:lnTo>
                    <a:pt x="223710" y="255863"/>
                  </a:lnTo>
                  <a:lnTo>
                    <a:pt x="203448" y="294306"/>
                  </a:lnTo>
                  <a:lnTo>
                    <a:pt x="190330" y="335351"/>
                  </a:lnTo>
                  <a:lnTo>
                    <a:pt x="184923" y="378365"/>
                  </a:lnTo>
                  <a:lnTo>
                    <a:pt x="187795" y="422715"/>
                  </a:lnTo>
                  <a:lnTo>
                    <a:pt x="186017" y="426652"/>
                  </a:lnTo>
                  <a:lnTo>
                    <a:pt x="138388" y="435808"/>
                  </a:lnTo>
                  <a:lnTo>
                    <a:pt x="95117" y="453893"/>
                  </a:lnTo>
                  <a:lnTo>
                    <a:pt x="57894" y="479980"/>
                  </a:lnTo>
                  <a:lnTo>
                    <a:pt x="28410" y="513139"/>
                  </a:lnTo>
                  <a:lnTo>
                    <a:pt x="6978" y="556846"/>
                  </a:lnTo>
                  <a:lnTo>
                    <a:pt x="0" y="602236"/>
                  </a:lnTo>
                  <a:lnTo>
                    <a:pt x="6772" y="647013"/>
                  </a:lnTo>
                  <a:lnTo>
                    <a:pt x="26594" y="688879"/>
                  </a:lnTo>
                  <a:lnTo>
                    <a:pt x="58763" y="725537"/>
                  </a:lnTo>
                  <a:lnTo>
                    <a:pt x="102578" y="754693"/>
                  </a:lnTo>
                  <a:lnTo>
                    <a:pt x="75344" y="785413"/>
                  </a:lnTo>
                  <a:lnTo>
                    <a:pt x="56826" y="819955"/>
                  </a:lnTo>
                  <a:lnTo>
                    <a:pt x="47500" y="857045"/>
                  </a:lnTo>
                  <a:lnTo>
                    <a:pt x="47841" y="895409"/>
                  </a:lnTo>
                  <a:lnTo>
                    <a:pt x="58837" y="934886"/>
                  </a:lnTo>
                  <a:lnTo>
                    <a:pt x="79471" y="970081"/>
                  </a:lnTo>
                  <a:lnTo>
                    <a:pt x="108353" y="1000068"/>
                  </a:lnTo>
                  <a:lnTo>
                    <a:pt x="144096" y="1023924"/>
                  </a:lnTo>
                  <a:lnTo>
                    <a:pt x="185310" y="1040724"/>
                  </a:lnTo>
                  <a:lnTo>
                    <a:pt x="230608" y="1049544"/>
                  </a:lnTo>
                  <a:lnTo>
                    <a:pt x="278600" y="1049460"/>
                  </a:lnTo>
                  <a:lnTo>
                    <a:pt x="281140" y="1053270"/>
                  </a:lnTo>
                  <a:lnTo>
                    <a:pt x="311160" y="1090018"/>
                  </a:lnTo>
                  <a:lnTo>
                    <a:pt x="344239" y="1120675"/>
                  </a:lnTo>
                  <a:lnTo>
                    <a:pt x="381174" y="1146893"/>
                  </a:lnTo>
                  <a:lnTo>
                    <a:pt x="421362" y="1168543"/>
                  </a:lnTo>
                  <a:lnTo>
                    <a:pt x="464201" y="1185501"/>
                  </a:lnTo>
                  <a:lnTo>
                    <a:pt x="509089" y="1197637"/>
                  </a:lnTo>
                  <a:lnTo>
                    <a:pt x="555424" y="1204826"/>
                  </a:lnTo>
                  <a:lnTo>
                    <a:pt x="602605" y="1206940"/>
                  </a:lnTo>
                  <a:lnTo>
                    <a:pt x="650029" y="1203852"/>
                  </a:lnTo>
                  <a:lnTo>
                    <a:pt x="697095" y="1195436"/>
                  </a:lnTo>
                  <a:lnTo>
                    <a:pt x="743200" y="1181564"/>
                  </a:lnTo>
                  <a:lnTo>
                    <a:pt x="787743" y="1162109"/>
                  </a:lnTo>
                  <a:lnTo>
                    <a:pt x="822491" y="1198937"/>
                  </a:lnTo>
                  <a:lnTo>
                    <a:pt x="863800" y="1229943"/>
                  </a:lnTo>
                  <a:lnTo>
                    <a:pt x="910705" y="1254495"/>
                  </a:lnTo>
                  <a:lnTo>
                    <a:pt x="962241" y="1271964"/>
                  </a:lnTo>
                  <a:lnTo>
                    <a:pt x="1013446" y="1281403"/>
                  </a:lnTo>
                  <a:lnTo>
                    <a:pt x="1064403" y="1283682"/>
                  </a:lnTo>
                  <a:lnTo>
                    <a:pt x="1114282" y="1279178"/>
                  </a:lnTo>
                  <a:lnTo>
                    <a:pt x="1162255" y="1268268"/>
                  </a:lnTo>
                  <a:lnTo>
                    <a:pt x="1207494" y="1251326"/>
                  </a:lnTo>
                  <a:lnTo>
                    <a:pt x="1249170" y="1228731"/>
                  </a:lnTo>
                  <a:lnTo>
                    <a:pt x="1286457" y="1200858"/>
                  </a:lnTo>
                  <a:lnTo>
                    <a:pt x="1318524" y="1168084"/>
                  </a:lnTo>
                  <a:lnTo>
                    <a:pt x="1344544" y="1130785"/>
                  </a:lnTo>
                  <a:lnTo>
                    <a:pt x="1363688" y="1089338"/>
                  </a:lnTo>
                  <a:lnTo>
                    <a:pt x="1397244" y="1104482"/>
                  </a:lnTo>
                  <a:lnTo>
                    <a:pt x="1432776" y="1115531"/>
                  </a:lnTo>
                  <a:lnTo>
                    <a:pt x="1469737" y="1122342"/>
                  </a:lnTo>
                  <a:lnTo>
                    <a:pt x="1507579" y="1124771"/>
                  </a:lnTo>
                  <a:lnTo>
                    <a:pt x="1557218" y="1121338"/>
                  </a:lnTo>
                  <a:lnTo>
                    <a:pt x="1604009" y="1110798"/>
                  </a:lnTo>
                  <a:lnTo>
                    <a:pt x="1647166" y="1093806"/>
                  </a:lnTo>
                  <a:lnTo>
                    <a:pt x="1685902" y="1071016"/>
                  </a:lnTo>
                  <a:lnTo>
                    <a:pt x="1719428" y="1043082"/>
                  </a:lnTo>
                  <a:lnTo>
                    <a:pt x="1746960" y="1010659"/>
                  </a:lnTo>
                  <a:lnTo>
                    <a:pt x="1767708" y="974400"/>
                  </a:lnTo>
                  <a:lnTo>
                    <a:pt x="1780887" y="934961"/>
                  </a:lnTo>
                  <a:lnTo>
                    <a:pt x="1785709" y="892996"/>
                  </a:lnTo>
                  <a:lnTo>
                    <a:pt x="1826325" y="885814"/>
                  </a:lnTo>
                  <a:lnTo>
                    <a:pt x="1865370" y="874311"/>
                  </a:lnTo>
                  <a:lnTo>
                    <a:pt x="1902366" y="858688"/>
                  </a:lnTo>
                  <a:lnTo>
                    <a:pt x="1936839" y="839148"/>
                  </a:lnTo>
                  <a:lnTo>
                    <a:pt x="1975848" y="809226"/>
                  </a:lnTo>
                  <a:lnTo>
                    <a:pt x="2007833" y="775310"/>
                  </a:lnTo>
                  <a:lnTo>
                    <a:pt x="2032671" y="738191"/>
                  </a:lnTo>
                  <a:lnTo>
                    <a:pt x="2050243" y="698659"/>
                  </a:lnTo>
                  <a:lnTo>
                    <a:pt x="2060426" y="657506"/>
                  </a:lnTo>
                  <a:lnTo>
                    <a:pt x="2063099" y="615522"/>
                  </a:lnTo>
                  <a:lnTo>
                    <a:pt x="2058142" y="573499"/>
                  </a:lnTo>
                  <a:lnTo>
                    <a:pt x="2045433" y="532226"/>
                  </a:lnTo>
                  <a:lnTo>
                    <a:pt x="2024851" y="492496"/>
                  </a:lnTo>
                  <a:lnTo>
                    <a:pt x="1996275" y="455100"/>
                  </a:lnTo>
                  <a:lnTo>
                    <a:pt x="1999636" y="448119"/>
                  </a:lnTo>
                  <a:lnTo>
                    <a:pt x="2002688" y="441066"/>
                  </a:lnTo>
                  <a:lnTo>
                    <a:pt x="2005455" y="433919"/>
                  </a:lnTo>
                  <a:lnTo>
                    <a:pt x="2007959" y="426652"/>
                  </a:lnTo>
                  <a:lnTo>
                    <a:pt x="2016419" y="383509"/>
                  </a:lnTo>
                  <a:lnTo>
                    <a:pt x="2014652" y="341087"/>
                  </a:lnTo>
                  <a:lnTo>
                    <a:pt x="2003376" y="300455"/>
                  </a:lnTo>
                  <a:lnTo>
                    <a:pt x="1983305" y="262679"/>
                  </a:lnTo>
                  <a:lnTo>
                    <a:pt x="1955156" y="228826"/>
                  </a:lnTo>
                  <a:lnTo>
                    <a:pt x="1919644" y="199963"/>
                  </a:lnTo>
                  <a:lnTo>
                    <a:pt x="1877486" y="177157"/>
                  </a:lnTo>
                  <a:lnTo>
                    <a:pt x="1829397" y="161476"/>
                  </a:lnTo>
                  <a:lnTo>
                    <a:pt x="1818923" y="128823"/>
                  </a:lnTo>
                  <a:lnTo>
                    <a:pt x="1779355" y="70804"/>
                  </a:lnTo>
                  <a:lnTo>
                    <a:pt x="1712486" y="24295"/>
                  </a:lnTo>
                  <a:lnTo>
                    <a:pt x="1670571" y="9217"/>
                  </a:lnTo>
                  <a:lnTo>
                    <a:pt x="1626734" y="1470"/>
                  </a:lnTo>
                  <a:lnTo>
                    <a:pt x="1582287" y="964"/>
                  </a:lnTo>
                  <a:lnTo>
                    <a:pt x="1538542" y="7607"/>
                  </a:lnTo>
                  <a:lnTo>
                    <a:pt x="1496812" y="21309"/>
                  </a:lnTo>
                  <a:lnTo>
                    <a:pt x="1458410" y="41980"/>
                  </a:lnTo>
                  <a:lnTo>
                    <a:pt x="1424648" y="69528"/>
                  </a:lnTo>
                  <a:lnTo>
                    <a:pt x="1409154" y="54212"/>
                  </a:lnTo>
                  <a:lnTo>
                    <a:pt x="1391755" y="40540"/>
                  </a:lnTo>
                  <a:lnTo>
                    <a:pt x="1372641" y="28630"/>
                  </a:lnTo>
                  <a:lnTo>
                    <a:pt x="1352004" y="18601"/>
                  </a:lnTo>
                  <a:lnTo>
                    <a:pt x="1306843" y="4696"/>
                  </a:lnTo>
                  <a:lnTo>
                    <a:pt x="1260648"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9" name="Google Shape;109;p6"/>
            <p:cNvSpPr/>
            <p:nvPr/>
          </p:nvSpPr>
          <p:spPr>
            <a:xfrm>
              <a:off x="1853729" y="2903541"/>
              <a:ext cx="2063114" cy="1283970"/>
            </a:xfrm>
            <a:custGeom>
              <a:rect b="b" l="l" r="r" t="t"/>
              <a:pathLst>
                <a:path extrusionOk="0" h="1283970" w="2063114">
                  <a:moveTo>
                    <a:pt x="187795" y="422715"/>
                  </a:moveTo>
                  <a:lnTo>
                    <a:pt x="184923" y="378365"/>
                  </a:lnTo>
                  <a:lnTo>
                    <a:pt x="190330" y="335351"/>
                  </a:lnTo>
                  <a:lnTo>
                    <a:pt x="203448" y="294306"/>
                  </a:lnTo>
                  <a:lnTo>
                    <a:pt x="223710" y="255863"/>
                  </a:lnTo>
                  <a:lnTo>
                    <a:pt x="250549" y="220658"/>
                  </a:lnTo>
                  <a:lnTo>
                    <a:pt x="283395" y="189323"/>
                  </a:lnTo>
                  <a:lnTo>
                    <a:pt x="321683" y="162494"/>
                  </a:lnTo>
                  <a:lnTo>
                    <a:pt x="364843" y="140803"/>
                  </a:lnTo>
                  <a:lnTo>
                    <a:pt x="412309" y="124886"/>
                  </a:lnTo>
                  <a:lnTo>
                    <a:pt x="463512" y="115375"/>
                  </a:lnTo>
                  <a:lnTo>
                    <a:pt x="517098" y="113083"/>
                  </a:lnTo>
                  <a:lnTo>
                    <a:pt x="570065" y="118280"/>
                  </a:lnTo>
                  <a:lnTo>
                    <a:pt x="621317" y="130787"/>
                  </a:lnTo>
                  <a:lnTo>
                    <a:pt x="669760" y="150427"/>
                  </a:lnTo>
                  <a:lnTo>
                    <a:pt x="698373" y="114065"/>
                  </a:lnTo>
                  <a:lnTo>
                    <a:pt x="733855" y="84182"/>
                  </a:lnTo>
                  <a:lnTo>
                    <a:pt x="774827" y="61137"/>
                  </a:lnTo>
                  <a:lnTo>
                    <a:pt x="819906" y="45287"/>
                  </a:lnTo>
                  <a:lnTo>
                    <a:pt x="867711" y="36991"/>
                  </a:lnTo>
                  <a:lnTo>
                    <a:pt x="916862" y="36609"/>
                  </a:lnTo>
                  <a:lnTo>
                    <a:pt x="965977" y="44499"/>
                  </a:lnTo>
                  <a:lnTo>
                    <a:pt x="1013676" y="61019"/>
                  </a:lnTo>
                  <a:lnTo>
                    <a:pt x="1059217" y="87308"/>
                  </a:lnTo>
                  <a:lnTo>
                    <a:pt x="1072731" y="97849"/>
                  </a:lnTo>
                  <a:lnTo>
                    <a:pt x="1098998" y="63701"/>
                  </a:lnTo>
                  <a:lnTo>
                    <a:pt x="1132596" y="36362"/>
                  </a:lnTo>
                  <a:lnTo>
                    <a:pt x="1171852" y="16313"/>
                  </a:lnTo>
                  <a:lnTo>
                    <a:pt x="1215094" y="4032"/>
                  </a:lnTo>
                  <a:lnTo>
                    <a:pt x="1260648" y="0"/>
                  </a:lnTo>
                  <a:lnTo>
                    <a:pt x="1306843" y="4696"/>
                  </a:lnTo>
                  <a:lnTo>
                    <a:pt x="1352004" y="18601"/>
                  </a:lnTo>
                  <a:lnTo>
                    <a:pt x="1391755" y="40540"/>
                  </a:lnTo>
                  <a:lnTo>
                    <a:pt x="1424648" y="69528"/>
                  </a:lnTo>
                  <a:lnTo>
                    <a:pt x="1458410" y="41980"/>
                  </a:lnTo>
                  <a:lnTo>
                    <a:pt x="1496812" y="21309"/>
                  </a:lnTo>
                  <a:lnTo>
                    <a:pt x="1538542" y="7607"/>
                  </a:lnTo>
                  <a:lnTo>
                    <a:pt x="1582287" y="964"/>
                  </a:lnTo>
                  <a:lnTo>
                    <a:pt x="1626734" y="1470"/>
                  </a:lnTo>
                  <a:lnTo>
                    <a:pt x="1670571" y="9217"/>
                  </a:lnTo>
                  <a:lnTo>
                    <a:pt x="1712486" y="24295"/>
                  </a:lnTo>
                  <a:lnTo>
                    <a:pt x="1751165" y="46795"/>
                  </a:lnTo>
                  <a:lnTo>
                    <a:pt x="1802092" y="98373"/>
                  </a:lnTo>
                  <a:lnTo>
                    <a:pt x="1829397" y="161476"/>
                  </a:lnTo>
                  <a:lnTo>
                    <a:pt x="1877486" y="177157"/>
                  </a:lnTo>
                  <a:lnTo>
                    <a:pt x="1919644" y="199963"/>
                  </a:lnTo>
                  <a:lnTo>
                    <a:pt x="1955156" y="228826"/>
                  </a:lnTo>
                  <a:lnTo>
                    <a:pt x="1983305" y="262679"/>
                  </a:lnTo>
                  <a:lnTo>
                    <a:pt x="2003376" y="300455"/>
                  </a:lnTo>
                  <a:lnTo>
                    <a:pt x="2014652" y="341087"/>
                  </a:lnTo>
                  <a:lnTo>
                    <a:pt x="2016419" y="383509"/>
                  </a:lnTo>
                  <a:lnTo>
                    <a:pt x="2007959" y="426652"/>
                  </a:lnTo>
                  <a:lnTo>
                    <a:pt x="2005455" y="433919"/>
                  </a:lnTo>
                  <a:lnTo>
                    <a:pt x="2002688" y="441066"/>
                  </a:lnTo>
                  <a:lnTo>
                    <a:pt x="1999636" y="448119"/>
                  </a:lnTo>
                  <a:lnTo>
                    <a:pt x="1996275" y="455100"/>
                  </a:lnTo>
                  <a:lnTo>
                    <a:pt x="2024851" y="492496"/>
                  </a:lnTo>
                  <a:lnTo>
                    <a:pt x="2045433" y="532226"/>
                  </a:lnTo>
                  <a:lnTo>
                    <a:pt x="2058142" y="573499"/>
                  </a:lnTo>
                  <a:lnTo>
                    <a:pt x="2063099" y="615522"/>
                  </a:lnTo>
                  <a:lnTo>
                    <a:pt x="2060426" y="657506"/>
                  </a:lnTo>
                  <a:lnTo>
                    <a:pt x="2050243" y="698659"/>
                  </a:lnTo>
                  <a:lnTo>
                    <a:pt x="2032671" y="738191"/>
                  </a:lnTo>
                  <a:lnTo>
                    <a:pt x="2007833" y="775310"/>
                  </a:lnTo>
                  <a:lnTo>
                    <a:pt x="1975848" y="809226"/>
                  </a:lnTo>
                  <a:lnTo>
                    <a:pt x="1936839" y="839148"/>
                  </a:lnTo>
                  <a:lnTo>
                    <a:pt x="1902366" y="858688"/>
                  </a:lnTo>
                  <a:lnTo>
                    <a:pt x="1865370" y="874311"/>
                  </a:lnTo>
                  <a:lnTo>
                    <a:pt x="1826325" y="885814"/>
                  </a:lnTo>
                  <a:lnTo>
                    <a:pt x="1785709" y="892996"/>
                  </a:lnTo>
                  <a:lnTo>
                    <a:pt x="1780887" y="934961"/>
                  </a:lnTo>
                  <a:lnTo>
                    <a:pt x="1767708" y="974400"/>
                  </a:lnTo>
                  <a:lnTo>
                    <a:pt x="1746960" y="1010659"/>
                  </a:lnTo>
                  <a:lnTo>
                    <a:pt x="1719428" y="1043082"/>
                  </a:lnTo>
                  <a:lnTo>
                    <a:pt x="1685902" y="1071016"/>
                  </a:lnTo>
                  <a:lnTo>
                    <a:pt x="1647166" y="1093806"/>
                  </a:lnTo>
                  <a:lnTo>
                    <a:pt x="1604009" y="1110798"/>
                  </a:lnTo>
                  <a:lnTo>
                    <a:pt x="1557218" y="1121338"/>
                  </a:lnTo>
                  <a:lnTo>
                    <a:pt x="1507579" y="1124771"/>
                  </a:lnTo>
                  <a:lnTo>
                    <a:pt x="1469737" y="1122342"/>
                  </a:lnTo>
                  <a:lnTo>
                    <a:pt x="1432776" y="1115531"/>
                  </a:lnTo>
                  <a:lnTo>
                    <a:pt x="1397244" y="1104482"/>
                  </a:lnTo>
                  <a:lnTo>
                    <a:pt x="1363688" y="1089338"/>
                  </a:lnTo>
                  <a:lnTo>
                    <a:pt x="1344544" y="1130785"/>
                  </a:lnTo>
                  <a:lnTo>
                    <a:pt x="1318524" y="1168084"/>
                  </a:lnTo>
                  <a:lnTo>
                    <a:pt x="1286457" y="1200858"/>
                  </a:lnTo>
                  <a:lnTo>
                    <a:pt x="1249170" y="1228731"/>
                  </a:lnTo>
                  <a:lnTo>
                    <a:pt x="1207494" y="1251326"/>
                  </a:lnTo>
                  <a:lnTo>
                    <a:pt x="1162255" y="1268268"/>
                  </a:lnTo>
                  <a:lnTo>
                    <a:pt x="1114282" y="1279178"/>
                  </a:lnTo>
                  <a:lnTo>
                    <a:pt x="1064403" y="1283682"/>
                  </a:lnTo>
                  <a:lnTo>
                    <a:pt x="1013446" y="1281403"/>
                  </a:lnTo>
                  <a:lnTo>
                    <a:pt x="962241" y="1271964"/>
                  </a:lnTo>
                  <a:lnTo>
                    <a:pt x="910705" y="1254495"/>
                  </a:lnTo>
                  <a:lnTo>
                    <a:pt x="863800" y="1229943"/>
                  </a:lnTo>
                  <a:lnTo>
                    <a:pt x="822491" y="1198937"/>
                  </a:lnTo>
                  <a:lnTo>
                    <a:pt x="787743" y="1162109"/>
                  </a:lnTo>
                  <a:lnTo>
                    <a:pt x="743200" y="1181564"/>
                  </a:lnTo>
                  <a:lnTo>
                    <a:pt x="697095" y="1195436"/>
                  </a:lnTo>
                  <a:lnTo>
                    <a:pt x="650029" y="1203852"/>
                  </a:lnTo>
                  <a:lnTo>
                    <a:pt x="602605" y="1206940"/>
                  </a:lnTo>
                  <a:lnTo>
                    <a:pt x="555424" y="1204826"/>
                  </a:lnTo>
                  <a:lnTo>
                    <a:pt x="509089" y="1197637"/>
                  </a:lnTo>
                  <a:lnTo>
                    <a:pt x="464201" y="1185501"/>
                  </a:lnTo>
                  <a:lnTo>
                    <a:pt x="421362" y="1168543"/>
                  </a:lnTo>
                  <a:lnTo>
                    <a:pt x="381174" y="1146893"/>
                  </a:lnTo>
                  <a:lnTo>
                    <a:pt x="344239" y="1120675"/>
                  </a:lnTo>
                  <a:lnTo>
                    <a:pt x="311160" y="1090018"/>
                  </a:lnTo>
                  <a:lnTo>
                    <a:pt x="282537" y="1055048"/>
                  </a:lnTo>
                  <a:lnTo>
                    <a:pt x="279870" y="1051365"/>
                  </a:lnTo>
                  <a:lnTo>
                    <a:pt x="278600" y="1049460"/>
                  </a:lnTo>
                  <a:lnTo>
                    <a:pt x="230608" y="1049544"/>
                  </a:lnTo>
                  <a:lnTo>
                    <a:pt x="185310" y="1040724"/>
                  </a:lnTo>
                  <a:lnTo>
                    <a:pt x="144096" y="1023924"/>
                  </a:lnTo>
                  <a:lnTo>
                    <a:pt x="108353" y="1000068"/>
                  </a:lnTo>
                  <a:lnTo>
                    <a:pt x="79471" y="970081"/>
                  </a:lnTo>
                  <a:lnTo>
                    <a:pt x="58837" y="934886"/>
                  </a:lnTo>
                  <a:lnTo>
                    <a:pt x="47841" y="895409"/>
                  </a:lnTo>
                  <a:lnTo>
                    <a:pt x="47500" y="857045"/>
                  </a:lnTo>
                  <a:lnTo>
                    <a:pt x="56826" y="819955"/>
                  </a:lnTo>
                  <a:lnTo>
                    <a:pt x="75344" y="785413"/>
                  </a:lnTo>
                  <a:lnTo>
                    <a:pt x="102578" y="754693"/>
                  </a:lnTo>
                  <a:lnTo>
                    <a:pt x="58763" y="725537"/>
                  </a:lnTo>
                  <a:lnTo>
                    <a:pt x="26594" y="688879"/>
                  </a:lnTo>
                  <a:lnTo>
                    <a:pt x="6772" y="647013"/>
                  </a:lnTo>
                  <a:lnTo>
                    <a:pt x="0" y="602236"/>
                  </a:lnTo>
                  <a:lnTo>
                    <a:pt x="6978" y="556846"/>
                  </a:lnTo>
                  <a:lnTo>
                    <a:pt x="28410" y="513139"/>
                  </a:lnTo>
                  <a:lnTo>
                    <a:pt x="57894" y="479980"/>
                  </a:lnTo>
                  <a:lnTo>
                    <a:pt x="95117" y="453893"/>
                  </a:lnTo>
                  <a:lnTo>
                    <a:pt x="138388" y="435808"/>
                  </a:lnTo>
                  <a:lnTo>
                    <a:pt x="186017" y="426652"/>
                  </a:lnTo>
                  <a:lnTo>
                    <a:pt x="187795" y="422715"/>
                  </a:lnTo>
                  <a:close/>
                </a:path>
                <a:path extrusionOk="0" h="1283970" w="2063114">
                  <a:moveTo>
                    <a:pt x="225514" y="773489"/>
                  </a:moveTo>
                  <a:lnTo>
                    <a:pt x="193998" y="773511"/>
                  </a:lnTo>
                  <a:lnTo>
                    <a:pt x="163030" y="769472"/>
                  </a:lnTo>
                  <a:lnTo>
                    <a:pt x="133109" y="761505"/>
                  </a:lnTo>
                  <a:lnTo>
                    <a:pt x="104737" y="749740"/>
                  </a:lnTo>
                </a:path>
                <a:path extrusionOk="0" h="1283970" w="2063114">
                  <a:moveTo>
                    <a:pt x="332194" y="1032442"/>
                  </a:moveTo>
                  <a:lnTo>
                    <a:pt x="319295" y="1036442"/>
                  </a:lnTo>
                  <a:lnTo>
                    <a:pt x="306159" y="1039681"/>
                  </a:lnTo>
                  <a:lnTo>
                    <a:pt x="292832" y="1042157"/>
                  </a:lnTo>
                  <a:lnTo>
                    <a:pt x="279362" y="1043872"/>
                  </a:lnTo>
                </a:path>
                <a:path extrusionOk="0" h="1283970" w="2063114">
                  <a:moveTo>
                    <a:pt x="787616" y="1157029"/>
                  </a:moveTo>
                  <a:lnTo>
                    <a:pt x="778476" y="1144648"/>
                  </a:lnTo>
                  <a:lnTo>
                    <a:pt x="770122" y="1131899"/>
                  </a:lnTo>
                  <a:lnTo>
                    <a:pt x="762577" y="1118792"/>
                  </a:lnTo>
                  <a:lnTo>
                    <a:pt x="755866" y="1105340"/>
                  </a:lnTo>
                </a:path>
                <a:path extrusionOk="0" h="1283970" w="2063114">
                  <a:moveTo>
                    <a:pt x="1376642" y="1028124"/>
                  </a:moveTo>
                  <a:lnTo>
                    <a:pt x="1374783" y="1042475"/>
                  </a:lnTo>
                  <a:lnTo>
                    <a:pt x="1372054" y="1056730"/>
                  </a:lnTo>
                  <a:lnTo>
                    <a:pt x="1368444" y="1070843"/>
                  </a:lnTo>
                  <a:lnTo>
                    <a:pt x="1363942" y="1084766"/>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10" name="Google Shape;110;p6"/>
            <p:cNvPicPr preferRelativeResize="0"/>
            <p:nvPr/>
          </p:nvPicPr>
          <p:blipFill rotWithShape="1">
            <a:blip r:embed="rId4">
              <a:alphaModFix/>
            </a:blip>
            <a:srcRect b="0" l="0" r="0" t="0"/>
            <a:stretch/>
          </p:blipFill>
          <p:spPr>
            <a:xfrm>
              <a:off x="3473323" y="3571366"/>
              <a:ext cx="174878" cy="231774"/>
            </a:xfrm>
            <a:prstGeom prst="rect">
              <a:avLst/>
            </a:prstGeom>
            <a:noFill/>
            <a:ln>
              <a:noFill/>
            </a:ln>
          </p:spPr>
        </p:pic>
        <p:sp>
          <p:nvSpPr>
            <p:cNvPr id="111" name="Google Shape;111;p6"/>
            <p:cNvSpPr/>
            <p:nvPr/>
          </p:nvSpPr>
          <p:spPr>
            <a:xfrm>
              <a:off x="2041525" y="2968878"/>
              <a:ext cx="1807845" cy="466090"/>
            </a:xfrm>
            <a:custGeom>
              <a:rect b="b" l="l" r="r" t="t"/>
              <a:pathLst>
                <a:path extrusionOk="0" h="466089" w="1807845">
                  <a:moveTo>
                    <a:pt x="1807464" y="386588"/>
                  </a:moveTo>
                  <a:lnTo>
                    <a:pt x="1794402" y="408939"/>
                  </a:lnTo>
                  <a:lnTo>
                    <a:pt x="1778412" y="429767"/>
                  </a:lnTo>
                  <a:lnTo>
                    <a:pt x="1759708" y="448881"/>
                  </a:lnTo>
                  <a:lnTo>
                    <a:pt x="1738502" y="466090"/>
                  </a:lnTo>
                </a:path>
                <a:path extrusionOk="0" h="466089" w="1807845">
                  <a:moveTo>
                    <a:pt x="1641855" y="91694"/>
                  </a:moveTo>
                  <a:lnTo>
                    <a:pt x="1643572" y="101050"/>
                  </a:lnTo>
                  <a:lnTo>
                    <a:pt x="1644729" y="110442"/>
                  </a:lnTo>
                  <a:lnTo>
                    <a:pt x="1645338" y="119858"/>
                  </a:lnTo>
                  <a:lnTo>
                    <a:pt x="1645412" y="129286"/>
                  </a:lnTo>
                </a:path>
                <a:path extrusionOk="0" h="466089" w="1807845">
                  <a:moveTo>
                    <a:pt x="1200785" y="47879"/>
                  </a:moveTo>
                  <a:lnTo>
                    <a:pt x="1208089" y="35147"/>
                  </a:lnTo>
                  <a:lnTo>
                    <a:pt x="1216453" y="22891"/>
                  </a:lnTo>
                  <a:lnTo>
                    <a:pt x="1225841" y="11160"/>
                  </a:lnTo>
                  <a:lnTo>
                    <a:pt x="1236217" y="0"/>
                  </a:lnTo>
                </a:path>
                <a:path extrusionOk="0" h="466089" w="1807845">
                  <a:moveTo>
                    <a:pt x="869950" y="70738"/>
                  </a:moveTo>
                  <a:lnTo>
                    <a:pt x="873093" y="60074"/>
                  </a:lnTo>
                  <a:lnTo>
                    <a:pt x="876998" y="49625"/>
                  </a:lnTo>
                  <a:lnTo>
                    <a:pt x="881665" y="39413"/>
                  </a:lnTo>
                  <a:lnTo>
                    <a:pt x="887094" y="29463"/>
                  </a:lnTo>
                </a:path>
                <a:path extrusionOk="0" h="466089" w="1807845">
                  <a:moveTo>
                    <a:pt x="481711" y="84709"/>
                  </a:moveTo>
                  <a:lnTo>
                    <a:pt x="498252" y="93515"/>
                  </a:lnTo>
                  <a:lnTo>
                    <a:pt x="514127" y="103155"/>
                  </a:lnTo>
                  <a:lnTo>
                    <a:pt x="529288" y="113605"/>
                  </a:lnTo>
                  <a:lnTo>
                    <a:pt x="543687" y="124841"/>
                  </a:lnTo>
                </a:path>
                <a:path extrusionOk="0" h="466089" w="1807845">
                  <a:moveTo>
                    <a:pt x="10794" y="399542"/>
                  </a:moveTo>
                  <a:lnTo>
                    <a:pt x="7340" y="389114"/>
                  </a:lnTo>
                  <a:lnTo>
                    <a:pt x="4397" y="378602"/>
                  </a:lnTo>
                  <a:lnTo>
                    <a:pt x="1954" y="368020"/>
                  </a:lnTo>
                  <a:lnTo>
                    <a:pt x="0" y="357378"/>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12" name="Google Shape;112;p6"/>
          <p:cNvSpPr txBox="1"/>
          <p:nvPr>
            <p:ph type="title"/>
          </p:nvPr>
        </p:nvSpPr>
        <p:spPr>
          <a:xfrm>
            <a:off x="363118" y="412496"/>
            <a:ext cx="673100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solidFill>
                  <a:srgbClr val="FFFFFF"/>
                </a:solidFill>
              </a:rPr>
              <a:t>WHAT MAKES HUMAN INTELLIGENT?</a:t>
            </a:r>
            <a:endParaRPr/>
          </a:p>
        </p:txBody>
      </p:sp>
      <p:sp>
        <p:nvSpPr>
          <p:cNvPr id="113" name="Google Shape;113;p6"/>
          <p:cNvSpPr txBox="1"/>
          <p:nvPr/>
        </p:nvSpPr>
        <p:spPr>
          <a:xfrm>
            <a:off x="2434589" y="3296539"/>
            <a:ext cx="746760" cy="3911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400">
                <a:latin typeface="Calibri"/>
                <a:ea typeface="Calibri"/>
                <a:cs typeface="Calibri"/>
                <a:sym typeface="Calibri"/>
              </a:rPr>
              <a:t>Think</a:t>
            </a:r>
            <a:endParaRPr sz="2400">
              <a:latin typeface="Calibri"/>
              <a:ea typeface="Calibri"/>
              <a:cs typeface="Calibri"/>
              <a:sym typeface="Calibri"/>
            </a:endParaRPr>
          </a:p>
        </p:txBody>
      </p:sp>
      <p:grpSp>
        <p:nvGrpSpPr>
          <p:cNvPr id="114" name="Google Shape;114;p6"/>
          <p:cNvGrpSpPr/>
          <p:nvPr/>
        </p:nvGrpSpPr>
        <p:grpSpPr>
          <a:xfrm>
            <a:off x="2263139" y="1077789"/>
            <a:ext cx="4246028" cy="2798505"/>
            <a:chOff x="2263139" y="1077789"/>
            <a:chExt cx="4246028" cy="2798505"/>
          </a:xfrm>
        </p:grpSpPr>
        <p:pic>
          <p:nvPicPr>
            <p:cNvPr id="115" name="Google Shape;115;p6"/>
            <p:cNvPicPr preferRelativeResize="0"/>
            <p:nvPr/>
          </p:nvPicPr>
          <p:blipFill rotWithShape="1">
            <a:blip r:embed="rId5">
              <a:alphaModFix/>
            </a:blip>
            <a:srcRect b="0" l="0" r="0" t="0"/>
            <a:stretch/>
          </p:blipFill>
          <p:spPr>
            <a:xfrm>
              <a:off x="2263139" y="3235452"/>
              <a:ext cx="1094993" cy="640842"/>
            </a:xfrm>
            <a:prstGeom prst="rect">
              <a:avLst/>
            </a:prstGeom>
            <a:noFill/>
            <a:ln>
              <a:noFill/>
            </a:ln>
          </p:spPr>
        </p:pic>
        <p:sp>
          <p:nvSpPr>
            <p:cNvPr id="116" name="Google Shape;116;p6"/>
            <p:cNvSpPr/>
            <p:nvPr/>
          </p:nvSpPr>
          <p:spPr>
            <a:xfrm>
              <a:off x="4446053" y="1077789"/>
              <a:ext cx="2063114" cy="1283970"/>
            </a:xfrm>
            <a:custGeom>
              <a:rect b="b" l="l" r="r" t="t"/>
              <a:pathLst>
                <a:path extrusionOk="0" h="1283970" w="2063115">
                  <a:moveTo>
                    <a:pt x="1260648" y="0"/>
                  </a:moveTo>
                  <a:lnTo>
                    <a:pt x="1215094" y="4032"/>
                  </a:lnTo>
                  <a:lnTo>
                    <a:pt x="1171852" y="16313"/>
                  </a:lnTo>
                  <a:lnTo>
                    <a:pt x="1132596" y="36362"/>
                  </a:lnTo>
                  <a:lnTo>
                    <a:pt x="1098998" y="63701"/>
                  </a:lnTo>
                  <a:lnTo>
                    <a:pt x="1072731" y="97849"/>
                  </a:lnTo>
                  <a:lnTo>
                    <a:pt x="1059217" y="87308"/>
                  </a:lnTo>
                  <a:lnTo>
                    <a:pt x="1013676" y="61019"/>
                  </a:lnTo>
                  <a:lnTo>
                    <a:pt x="965977" y="44499"/>
                  </a:lnTo>
                  <a:lnTo>
                    <a:pt x="916862" y="36609"/>
                  </a:lnTo>
                  <a:lnTo>
                    <a:pt x="867711" y="36991"/>
                  </a:lnTo>
                  <a:lnTo>
                    <a:pt x="819906" y="45287"/>
                  </a:lnTo>
                  <a:lnTo>
                    <a:pt x="774827" y="61137"/>
                  </a:lnTo>
                  <a:lnTo>
                    <a:pt x="733855" y="84182"/>
                  </a:lnTo>
                  <a:lnTo>
                    <a:pt x="698373" y="114065"/>
                  </a:lnTo>
                  <a:lnTo>
                    <a:pt x="669760" y="150427"/>
                  </a:lnTo>
                  <a:lnTo>
                    <a:pt x="621317" y="130787"/>
                  </a:lnTo>
                  <a:lnTo>
                    <a:pt x="570065" y="118280"/>
                  </a:lnTo>
                  <a:lnTo>
                    <a:pt x="517098" y="113083"/>
                  </a:lnTo>
                  <a:lnTo>
                    <a:pt x="463512" y="115375"/>
                  </a:lnTo>
                  <a:lnTo>
                    <a:pt x="412309" y="124886"/>
                  </a:lnTo>
                  <a:lnTo>
                    <a:pt x="364843" y="140803"/>
                  </a:lnTo>
                  <a:lnTo>
                    <a:pt x="321683" y="162494"/>
                  </a:lnTo>
                  <a:lnTo>
                    <a:pt x="283395" y="189323"/>
                  </a:lnTo>
                  <a:lnTo>
                    <a:pt x="250549" y="220658"/>
                  </a:lnTo>
                  <a:lnTo>
                    <a:pt x="223710" y="255863"/>
                  </a:lnTo>
                  <a:lnTo>
                    <a:pt x="203448" y="294306"/>
                  </a:lnTo>
                  <a:lnTo>
                    <a:pt x="190330" y="335351"/>
                  </a:lnTo>
                  <a:lnTo>
                    <a:pt x="184923" y="378365"/>
                  </a:lnTo>
                  <a:lnTo>
                    <a:pt x="187795" y="422715"/>
                  </a:lnTo>
                  <a:lnTo>
                    <a:pt x="186017" y="426652"/>
                  </a:lnTo>
                  <a:lnTo>
                    <a:pt x="138388" y="435808"/>
                  </a:lnTo>
                  <a:lnTo>
                    <a:pt x="95117" y="453893"/>
                  </a:lnTo>
                  <a:lnTo>
                    <a:pt x="57894" y="479980"/>
                  </a:lnTo>
                  <a:lnTo>
                    <a:pt x="28410" y="513139"/>
                  </a:lnTo>
                  <a:lnTo>
                    <a:pt x="6978" y="556846"/>
                  </a:lnTo>
                  <a:lnTo>
                    <a:pt x="0" y="602236"/>
                  </a:lnTo>
                  <a:lnTo>
                    <a:pt x="6772" y="647013"/>
                  </a:lnTo>
                  <a:lnTo>
                    <a:pt x="26594" y="688879"/>
                  </a:lnTo>
                  <a:lnTo>
                    <a:pt x="58763" y="725537"/>
                  </a:lnTo>
                  <a:lnTo>
                    <a:pt x="102578" y="754693"/>
                  </a:lnTo>
                  <a:lnTo>
                    <a:pt x="75344" y="785413"/>
                  </a:lnTo>
                  <a:lnTo>
                    <a:pt x="56826" y="819955"/>
                  </a:lnTo>
                  <a:lnTo>
                    <a:pt x="47500" y="857045"/>
                  </a:lnTo>
                  <a:lnTo>
                    <a:pt x="47841" y="895409"/>
                  </a:lnTo>
                  <a:lnTo>
                    <a:pt x="58837" y="934886"/>
                  </a:lnTo>
                  <a:lnTo>
                    <a:pt x="79471" y="970081"/>
                  </a:lnTo>
                  <a:lnTo>
                    <a:pt x="108353" y="1000068"/>
                  </a:lnTo>
                  <a:lnTo>
                    <a:pt x="144096" y="1023924"/>
                  </a:lnTo>
                  <a:lnTo>
                    <a:pt x="185310" y="1040724"/>
                  </a:lnTo>
                  <a:lnTo>
                    <a:pt x="230608" y="1049544"/>
                  </a:lnTo>
                  <a:lnTo>
                    <a:pt x="278600" y="1049460"/>
                  </a:lnTo>
                  <a:lnTo>
                    <a:pt x="281140" y="1053270"/>
                  </a:lnTo>
                  <a:lnTo>
                    <a:pt x="311160" y="1090018"/>
                  </a:lnTo>
                  <a:lnTo>
                    <a:pt x="344239" y="1120675"/>
                  </a:lnTo>
                  <a:lnTo>
                    <a:pt x="381174" y="1146893"/>
                  </a:lnTo>
                  <a:lnTo>
                    <a:pt x="421362" y="1168543"/>
                  </a:lnTo>
                  <a:lnTo>
                    <a:pt x="464201" y="1185501"/>
                  </a:lnTo>
                  <a:lnTo>
                    <a:pt x="509089" y="1197637"/>
                  </a:lnTo>
                  <a:lnTo>
                    <a:pt x="555424" y="1204826"/>
                  </a:lnTo>
                  <a:lnTo>
                    <a:pt x="602605" y="1206940"/>
                  </a:lnTo>
                  <a:lnTo>
                    <a:pt x="650029" y="1203852"/>
                  </a:lnTo>
                  <a:lnTo>
                    <a:pt x="697095" y="1195436"/>
                  </a:lnTo>
                  <a:lnTo>
                    <a:pt x="743200" y="1181564"/>
                  </a:lnTo>
                  <a:lnTo>
                    <a:pt x="787743" y="1162109"/>
                  </a:lnTo>
                  <a:lnTo>
                    <a:pt x="822491" y="1198937"/>
                  </a:lnTo>
                  <a:lnTo>
                    <a:pt x="863800" y="1229943"/>
                  </a:lnTo>
                  <a:lnTo>
                    <a:pt x="910705" y="1254495"/>
                  </a:lnTo>
                  <a:lnTo>
                    <a:pt x="962241" y="1271964"/>
                  </a:lnTo>
                  <a:lnTo>
                    <a:pt x="1013446" y="1281403"/>
                  </a:lnTo>
                  <a:lnTo>
                    <a:pt x="1064403" y="1283682"/>
                  </a:lnTo>
                  <a:lnTo>
                    <a:pt x="1114282" y="1279178"/>
                  </a:lnTo>
                  <a:lnTo>
                    <a:pt x="1162255" y="1268268"/>
                  </a:lnTo>
                  <a:lnTo>
                    <a:pt x="1207494" y="1251326"/>
                  </a:lnTo>
                  <a:lnTo>
                    <a:pt x="1249170" y="1228731"/>
                  </a:lnTo>
                  <a:lnTo>
                    <a:pt x="1286457" y="1200858"/>
                  </a:lnTo>
                  <a:lnTo>
                    <a:pt x="1318524" y="1168084"/>
                  </a:lnTo>
                  <a:lnTo>
                    <a:pt x="1344544" y="1130785"/>
                  </a:lnTo>
                  <a:lnTo>
                    <a:pt x="1363688" y="1089338"/>
                  </a:lnTo>
                  <a:lnTo>
                    <a:pt x="1397244" y="1104482"/>
                  </a:lnTo>
                  <a:lnTo>
                    <a:pt x="1432776" y="1115531"/>
                  </a:lnTo>
                  <a:lnTo>
                    <a:pt x="1469737" y="1122342"/>
                  </a:lnTo>
                  <a:lnTo>
                    <a:pt x="1507579" y="1124771"/>
                  </a:lnTo>
                  <a:lnTo>
                    <a:pt x="1557218" y="1121338"/>
                  </a:lnTo>
                  <a:lnTo>
                    <a:pt x="1604009" y="1110798"/>
                  </a:lnTo>
                  <a:lnTo>
                    <a:pt x="1647166" y="1093806"/>
                  </a:lnTo>
                  <a:lnTo>
                    <a:pt x="1685902" y="1071016"/>
                  </a:lnTo>
                  <a:lnTo>
                    <a:pt x="1719428" y="1043082"/>
                  </a:lnTo>
                  <a:lnTo>
                    <a:pt x="1746960" y="1010659"/>
                  </a:lnTo>
                  <a:lnTo>
                    <a:pt x="1767708" y="974400"/>
                  </a:lnTo>
                  <a:lnTo>
                    <a:pt x="1780887" y="934961"/>
                  </a:lnTo>
                  <a:lnTo>
                    <a:pt x="1785709" y="892996"/>
                  </a:lnTo>
                  <a:lnTo>
                    <a:pt x="1826325" y="885814"/>
                  </a:lnTo>
                  <a:lnTo>
                    <a:pt x="1865370" y="874311"/>
                  </a:lnTo>
                  <a:lnTo>
                    <a:pt x="1902366" y="858688"/>
                  </a:lnTo>
                  <a:lnTo>
                    <a:pt x="1936839" y="839148"/>
                  </a:lnTo>
                  <a:lnTo>
                    <a:pt x="1975848" y="809226"/>
                  </a:lnTo>
                  <a:lnTo>
                    <a:pt x="2007833" y="775310"/>
                  </a:lnTo>
                  <a:lnTo>
                    <a:pt x="2032671" y="738191"/>
                  </a:lnTo>
                  <a:lnTo>
                    <a:pt x="2050243" y="698659"/>
                  </a:lnTo>
                  <a:lnTo>
                    <a:pt x="2060426" y="657506"/>
                  </a:lnTo>
                  <a:lnTo>
                    <a:pt x="2063099" y="615522"/>
                  </a:lnTo>
                  <a:lnTo>
                    <a:pt x="2058142" y="573499"/>
                  </a:lnTo>
                  <a:lnTo>
                    <a:pt x="2045433" y="532226"/>
                  </a:lnTo>
                  <a:lnTo>
                    <a:pt x="2024851" y="492496"/>
                  </a:lnTo>
                  <a:lnTo>
                    <a:pt x="1996275" y="455100"/>
                  </a:lnTo>
                  <a:lnTo>
                    <a:pt x="1999636" y="448119"/>
                  </a:lnTo>
                  <a:lnTo>
                    <a:pt x="2002688" y="441066"/>
                  </a:lnTo>
                  <a:lnTo>
                    <a:pt x="2005455" y="433919"/>
                  </a:lnTo>
                  <a:lnTo>
                    <a:pt x="2007959" y="426652"/>
                  </a:lnTo>
                  <a:lnTo>
                    <a:pt x="2016419" y="383509"/>
                  </a:lnTo>
                  <a:lnTo>
                    <a:pt x="2014652" y="341087"/>
                  </a:lnTo>
                  <a:lnTo>
                    <a:pt x="2003376" y="300455"/>
                  </a:lnTo>
                  <a:lnTo>
                    <a:pt x="1983305" y="262679"/>
                  </a:lnTo>
                  <a:lnTo>
                    <a:pt x="1955156" y="228826"/>
                  </a:lnTo>
                  <a:lnTo>
                    <a:pt x="1919644" y="199963"/>
                  </a:lnTo>
                  <a:lnTo>
                    <a:pt x="1877486" y="177157"/>
                  </a:lnTo>
                  <a:lnTo>
                    <a:pt x="1829397" y="161476"/>
                  </a:lnTo>
                  <a:lnTo>
                    <a:pt x="1818923" y="128823"/>
                  </a:lnTo>
                  <a:lnTo>
                    <a:pt x="1779355" y="70804"/>
                  </a:lnTo>
                  <a:lnTo>
                    <a:pt x="1712486" y="24295"/>
                  </a:lnTo>
                  <a:lnTo>
                    <a:pt x="1670571" y="9217"/>
                  </a:lnTo>
                  <a:lnTo>
                    <a:pt x="1626734" y="1470"/>
                  </a:lnTo>
                  <a:lnTo>
                    <a:pt x="1582287" y="964"/>
                  </a:lnTo>
                  <a:lnTo>
                    <a:pt x="1538542" y="7607"/>
                  </a:lnTo>
                  <a:lnTo>
                    <a:pt x="1496812" y="21309"/>
                  </a:lnTo>
                  <a:lnTo>
                    <a:pt x="1458410" y="41980"/>
                  </a:lnTo>
                  <a:lnTo>
                    <a:pt x="1424648" y="69528"/>
                  </a:lnTo>
                  <a:lnTo>
                    <a:pt x="1409154" y="54212"/>
                  </a:lnTo>
                  <a:lnTo>
                    <a:pt x="1391755" y="40540"/>
                  </a:lnTo>
                  <a:lnTo>
                    <a:pt x="1372641" y="28630"/>
                  </a:lnTo>
                  <a:lnTo>
                    <a:pt x="1352004" y="18601"/>
                  </a:lnTo>
                  <a:lnTo>
                    <a:pt x="1306843" y="4696"/>
                  </a:lnTo>
                  <a:lnTo>
                    <a:pt x="1260648"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7" name="Google Shape;117;p6"/>
            <p:cNvSpPr/>
            <p:nvPr/>
          </p:nvSpPr>
          <p:spPr>
            <a:xfrm>
              <a:off x="4446053" y="1077789"/>
              <a:ext cx="2063114" cy="1283970"/>
            </a:xfrm>
            <a:custGeom>
              <a:rect b="b" l="l" r="r" t="t"/>
              <a:pathLst>
                <a:path extrusionOk="0" h="1283970" w="2063115">
                  <a:moveTo>
                    <a:pt x="187795" y="422715"/>
                  </a:moveTo>
                  <a:lnTo>
                    <a:pt x="184923" y="378365"/>
                  </a:lnTo>
                  <a:lnTo>
                    <a:pt x="190330" y="335351"/>
                  </a:lnTo>
                  <a:lnTo>
                    <a:pt x="203448" y="294306"/>
                  </a:lnTo>
                  <a:lnTo>
                    <a:pt x="223710" y="255863"/>
                  </a:lnTo>
                  <a:lnTo>
                    <a:pt x="250549" y="220658"/>
                  </a:lnTo>
                  <a:lnTo>
                    <a:pt x="283395" y="189323"/>
                  </a:lnTo>
                  <a:lnTo>
                    <a:pt x="321683" y="162494"/>
                  </a:lnTo>
                  <a:lnTo>
                    <a:pt x="364843" y="140803"/>
                  </a:lnTo>
                  <a:lnTo>
                    <a:pt x="412309" y="124886"/>
                  </a:lnTo>
                  <a:lnTo>
                    <a:pt x="463512" y="115375"/>
                  </a:lnTo>
                  <a:lnTo>
                    <a:pt x="517098" y="113083"/>
                  </a:lnTo>
                  <a:lnTo>
                    <a:pt x="570065" y="118280"/>
                  </a:lnTo>
                  <a:lnTo>
                    <a:pt x="621317" y="130787"/>
                  </a:lnTo>
                  <a:lnTo>
                    <a:pt x="669760" y="150427"/>
                  </a:lnTo>
                  <a:lnTo>
                    <a:pt x="698373" y="114065"/>
                  </a:lnTo>
                  <a:lnTo>
                    <a:pt x="733855" y="84182"/>
                  </a:lnTo>
                  <a:lnTo>
                    <a:pt x="774827" y="61137"/>
                  </a:lnTo>
                  <a:lnTo>
                    <a:pt x="819906" y="45287"/>
                  </a:lnTo>
                  <a:lnTo>
                    <a:pt x="867711" y="36991"/>
                  </a:lnTo>
                  <a:lnTo>
                    <a:pt x="916862" y="36609"/>
                  </a:lnTo>
                  <a:lnTo>
                    <a:pt x="965977" y="44499"/>
                  </a:lnTo>
                  <a:lnTo>
                    <a:pt x="1013676" y="61019"/>
                  </a:lnTo>
                  <a:lnTo>
                    <a:pt x="1059217" y="87308"/>
                  </a:lnTo>
                  <a:lnTo>
                    <a:pt x="1072731" y="97849"/>
                  </a:lnTo>
                  <a:lnTo>
                    <a:pt x="1098998" y="63701"/>
                  </a:lnTo>
                  <a:lnTo>
                    <a:pt x="1132596" y="36362"/>
                  </a:lnTo>
                  <a:lnTo>
                    <a:pt x="1171852" y="16313"/>
                  </a:lnTo>
                  <a:lnTo>
                    <a:pt x="1215094" y="4032"/>
                  </a:lnTo>
                  <a:lnTo>
                    <a:pt x="1260648" y="0"/>
                  </a:lnTo>
                  <a:lnTo>
                    <a:pt x="1306843" y="4696"/>
                  </a:lnTo>
                  <a:lnTo>
                    <a:pt x="1352004" y="18601"/>
                  </a:lnTo>
                  <a:lnTo>
                    <a:pt x="1391755" y="40540"/>
                  </a:lnTo>
                  <a:lnTo>
                    <a:pt x="1424648" y="69528"/>
                  </a:lnTo>
                  <a:lnTo>
                    <a:pt x="1458410" y="41980"/>
                  </a:lnTo>
                  <a:lnTo>
                    <a:pt x="1496812" y="21309"/>
                  </a:lnTo>
                  <a:lnTo>
                    <a:pt x="1538542" y="7607"/>
                  </a:lnTo>
                  <a:lnTo>
                    <a:pt x="1582287" y="964"/>
                  </a:lnTo>
                  <a:lnTo>
                    <a:pt x="1626734" y="1470"/>
                  </a:lnTo>
                  <a:lnTo>
                    <a:pt x="1670571" y="9217"/>
                  </a:lnTo>
                  <a:lnTo>
                    <a:pt x="1712486" y="24295"/>
                  </a:lnTo>
                  <a:lnTo>
                    <a:pt x="1751165" y="46795"/>
                  </a:lnTo>
                  <a:lnTo>
                    <a:pt x="1802092" y="98373"/>
                  </a:lnTo>
                  <a:lnTo>
                    <a:pt x="1829397" y="161476"/>
                  </a:lnTo>
                  <a:lnTo>
                    <a:pt x="1877486" y="177157"/>
                  </a:lnTo>
                  <a:lnTo>
                    <a:pt x="1919644" y="199963"/>
                  </a:lnTo>
                  <a:lnTo>
                    <a:pt x="1955156" y="228826"/>
                  </a:lnTo>
                  <a:lnTo>
                    <a:pt x="1983305" y="262679"/>
                  </a:lnTo>
                  <a:lnTo>
                    <a:pt x="2003376" y="300455"/>
                  </a:lnTo>
                  <a:lnTo>
                    <a:pt x="2014652" y="341087"/>
                  </a:lnTo>
                  <a:lnTo>
                    <a:pt x="2016419" y="383509"/>
                  </a:lnTo>
                  <a:lnTo>
                    <a:pt x="2007959" y="426652"/>
                  </a:lnTo>
                  <a:lnTo>
                    <a:pt x="2005455" y="433919"/>
                  </a:lnTo>
                  <a:lnTo>
                    <a:pt x="2002688" y="441066"/>
                  </a:lnTo>
                  <a:lnTo>
                    <a:pt x="1999636" y="448119"/>
                  </a:lnTo>
                  <a:lnTo>
                    <a:pt x="1996275" y="455100"/>
                  </a:lnTo>
                  <a:lnTo>
                    <a:pt x="2024851" y="492496"/>
                  </a:lnTo>
                  <a:lnTo>
                    <a:pt x="2045433" y="532226"/>
                  </a:lnTo>
                  <a:lnTo>
                    <a:pt x="2058142" y="573499"/>
                  </a:lnTo>
                  <a:lnTo>
                    <a:pt x="2063099" y="615522"/>
                  </a:lnTo>
                  <a:lnTo>
                    <a:pt x="2060426" y="657506"/>
                  </a:lnTo>
                  <a:lnTo>
                    <a:pt x="2050243" y="698659"/>
                  </a:lnTo>
                  <a:lnTo>
                    <a:pt x="2032671" y="738191"/>
                  </a:lnTo>
                  <a:lnTo>
                    <a:pt x="2007833" y="775310"/>
                  </a:lnTo>
                  <a:lnTo>
                    <a:pt x="1975848" y="809226"/>
                  </a:lnTo>
                  <a:lnTo>
                    <a:pt x="1936839" y="839148"/>
                  </a:lnTo>
                  <a:lnTo>
                    <a:pt x="1902366" y="858688"/>
                  </a:lnTo>
                  <a:lnTo>
                    <a:pt x="1865370" y="874311"/>
                  </a:lnTo>
                  <a:lnTo>
                    <a:pt x="1826325" y="885814"/>
                  </a:lnTo>
                  <a:lnTo>
                    <a:pt x="1785709" y="892996"/>
                  </a:lnTo>
                  <a:lnTo>
                    <a:pt x="1780887" y="934961"/>
                  </a:lnTo>
                  <a:lnTo>
                    <a:pt x="1767708" y="974400"/>
                  </a:lnTo>
                  <a:lnTo>
                    <a:pt x="1746960" y="1010659"/>
                  </a:lnTo>
                  <a:lnTo>
                    <a:pt x="1719428" y="1043082"/>
                  </a:lnTo>
                  <a:lnTo>
                    <a:pt x="1685902" y="1071016"/>
                  </a:lnTo>
                  <a:lnTo>
                    <a:pt x="1647166" y="1093806"/>
                  </a:lnTo>
                  <a:lnTo>
                    <a:pt x="1604009" y="1110798"/>
                  </a:lnTo>
                  <a:lnTo>
                    <a:pt x="1557218" y="1121338"/>
                  </a:lnTo>
                  <a:lnTo>
                    <a:pt x="1507579" y="1124771"/>
                  </a:lnTo>
                  <a:lnTo>
                    <a:pt x="1469737" y="1122342"/>
                  </a:lnTo>
                  <a:lnTo>
                    <a:pt x="1432776" y="1115531"/>
                  </a:lnTo>
                  <a:lnTo>
                    <a:pt x="1397244" y="1104482"/>
                  </a:lnTo>
                  <a:lnTo>
                    <a:pt x="1363688" y="1089338"/>
                  </a:lnTo>
                  <a:lnTo>
                    <a:pt x="1344544" y="1130785"/>
                  </a:lnTo>
                  <a:lnTo>
                    <a:pt x="1318524" y="1168084"/>
                  </a:lnTo>
                  <a:lnTo>
                    <a:pt x="1286457" y="1200858"/>
                  </a:lnTo>
                  <a:lnTo>
                    <a:pt x="1249170" y="1228731"/>
                  </a:lnTo>
                  <a:lnTo>
                    <a:pt x="1207494" y="1251326"/>
                  </a:lnTo>
                  <a:lnTo>
                    <a:pt x="1162255" y="1268268"/>
                  </a:lnTo>
                  <a:lnTo>
                    <a:pt x="1114282" y="1279178"/>
                  </a:lnTo>
                  <a:lnTo>
                    <a:pt x="1064403" y="1283682"/>
                  </a:lnTo>
                  <a:lnTo>
                    <a:pt x="1013446" y="1281403"/>
                  </a:lnTo>
                  <a:lnTo>
                    <a:pt x="962241" y="1271964"/>
                  </a:lnTo>
                  <a:lnTo>
                    <a:pt x="910705" y="1254495"/>
                  </a:lnTo>
                  <a:lnTo>
                    <a:pt x="863800" y="1229943"/>
                  </a:lnTo>
                  <a:lnTo>
                    <a:pt x="822491" y="1198937"/>
                  </a:lnTo>
                  <a:lnTo>
                    <a:pt x="787743" y="1162109"/>
                  </a:lnTo>
                  <a:lnTo>
                    <a:pt x="743200" y="1181564"/>
                  </a:lnTo>
                  <a:lnTo>
                    <a:pt x="697095" y="1195436"/>
                  </a:lnTo>
                  <a:lnTo>
                    <a:pt x="650029" y="1203852"/>
                  </a:lnTo>
                  <a:lnTo>
                    <a:pt x="602605" y="1206940"/>
                  </a:lnTo>
                  <a:lnTo>
                    <a:pt x="555424" y="1204826"/>
                  </a:lnTo>
                  <a:lnTo>
                    <a:pt x="509089" y="1197637"/>
                  </a:lnTo>
                  <a:lnTo>
                    <a:pt x="464201" y="1185501"/>
                  </a:lnTo>
                  <a:lnTo>
                    <a:pt x="421362" y="1168543"/>
                  </a:lnTo>
                  <a:lnTo>
                    <a:pt x="381174" y="1146893"/>
                  </a:lnTo>
                  <a:lnTo>
                    <a:pt x="344239" y="1120675"/>
                  </a:lnTo>
                  <a:lnTo>
                    <a:pt x="311160" y="1090018"/>
                  </a:lnTo>
                  <a:lnTo>
                    <a:pt x="282537" y="1055048"/>
                  </a:lnTo>
                  <a:lnTo>
                    <a:pt x="279870" y="1051365"/>
                  </a:lnTo>
                  <a:lnTo>
                    <a:pt x="278600" y="1049460"/>
                  </a:lnTo>
                  <a:lnTo>
                    <a:pt x="230608" y="1049544"/>
                  </a:lnTo>
                  <a:lnTo>
                    <a:pt x="185310" y="1040724"/>
                  </a:lnTo>
                  <a:lnTo>
                    <a:pt x="144096" y="1023924"/>
                  </a:lnTo>
                  <a:lnTo>
                    <a:pt x="108353" y="1000068"/>
                  </a:lnTo>
                  <a:lnTo>
                    <a:pt x="79471" y="970081"/>
                  </a:lnTo>
                  <a:lnTo>
                    <a:pt x="58837" y="934886"/>
                  </a:lnTo>
                  <a:lnTo>
                    <a:pt x="47841" y="895409"/>
                  </a:lnTo>
                  <a:lnTo>
                    <a:pt x="47500" y="857045"/>
                  </a:lnTo>
                  <a:lnTo>
                    <a:pt x="56826" y="819955"/>
                  </a:lnTo>
                  <a:lnTo>
                    <a:pt x="75344" y="785413"/>
                  </a:lnTo>
                  <a:lnTo>
                    <a:pt x="102578" y="754693"/>
                  </a:lnTo>
                  <a:lnTo>
                    <a:pt x="58763" y="725537"/>
                  </a:lnTo>
                  <a:lnTo>
                    <a:pt x="26594" y="688879"/>
                  </a:lnTo>
                  <a:lnTo>
                    <a:pt x="6772" y="647013"/>
                  </a:lnTo>
                  <a:lnTo>
                    <a:pt x="0" y="602236"/>
                  </a:lnTo>
                  <a:lnTo>
                    <a:pt x="6978" y="556846"/>
                  </a:lnTo>
                  <a:lnTo>
                    <a:pt x="28410" y="513139"/>
                  </a:lnTo>
                  <a:lnTo>
                    <a:pt x="57894" y="479980"/>
                  </a:lnTo>
                  <a:lnTo>
                    <a:pt x="95117" y="453893"/>
                  </a:lnTo>
                  <a:lnTo>
                    <a:pt x="138388" y="435808"/>
                  </a:lnTo>
                  <a:lnTo>
                    <a:pt x="186017" y="426652"/>
                  </a:lnTo>
                  <a:lnTo>
                    <a:pt x="187795" y="422715"/>
                  </a:lnTo>
                  <a:close/>
                </a:path>
                <a:path extrusionOk="0" h="1283970" w="2063115">
                  <a:moveTo>
                    <a:pt x="225514" y="773489"/>
                  </a:moveTo>
                  <a:lnTo>
                    <a:pt x="193998" y="773511"/>
                  </a:lnTo>
                  <a:lnTo>
                    <a:pt x="163030" y="769472"/>
                  </a:lnTo>
                  <a:lnTo>
                    <a:pt x="133109" y="761505"/>
                  </a:lnTo>
                  <a:lnTo>
                    <a:pt x="104737" y="749740"/>
                  </a:lnTo>
                </a:path>
                <a:path extrusionOk="0" h="1283970" w="2063115">
                  <a:moveTo>
                    <a:pt x="332194" y="1032442"/>
                  </a:moveTo>
                  <a:lnTo>
                    <a:pt x="319295" y="1036442"/>
                  </a:lnTo>
                  <a:lnTo>
                    <a:pt x="306159" y="1039681"/>
                  </a:lnTo>
                  <a:lnTo>
                    <a:pt x="292832" y="1042157"/>
                  </a:lnTo>
                  <a:lnTo>
                    <a:pt x="279362" y="1043872"/>
                  </a:lnTo>
                </a:path>
                <a:path extrusionOk="0" h="1283970" w="2063115">
                  <a:moveTo>
                    <a:pt x="787616" y="1157029"/>
                  </a:moveTo>
                  <a:lnTo>
                    <a:pt x="778476" y="1144648"/>
                  </a:lnTo>
                  <a:lnTo>
                    <a:pt x="770122" y="1131899"/>
                  </a:lnTo>
                  <a:lnTo>
                    <a:pt x="762577" y="1118792"/>
                  </a:lnTo>
                  <a:lnTo>
                    <a:pt x="755866" y="1105340"/>
                  </a:lnTo>
                </a:path>
                <a:path extrusionOk="0" h="1283970" w="2063115">
                  <a:moveTo>
                    <a:pt x="1376642" y="1028124"/>
                  </a:moveTo>
                  <a:lnTo>
                    <a:pt x="1374783" y="1042475"/>
                  </a:lnTo>
                  <a:lnTo>
                    <a:pt x="1372054" y="1056730"/>
                  </a:lnTo>
                  <a:lnTo>
                    <a:pt x="1368444" y="1070843"/>
                  </a:lnTo>
                  <a:lnTo>
                    <a:pt x="1363942" y="1084766"/>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18" name="Google Shape;118;p6"/>
            <p:cNvPicPr preferRelativeResize="0"/>
            <p:nvPr/>
          </p:nvPicPr>
          <p:blipFill rotWithShape="1">
            <a:blip r:embed="rId6">
              <a:alphaModFix/>
            </a:blip>
            <a:srcRect b="0" l="0" r="0" t="0"/>
            <a:stretch/>
          </p:blipFill>
          <p:spPr>
            <a:xfrm>
              <a:off x="6065647" y="1745615"/>
              <a:ext cx="174878" cy="231774"/>
            </a:xfrm>
            <a:prstGeom prst="rect">
              <a:avLst/>
            </a:prstGeom>
            <a:noFill/>
            <a:ln>
              <a:noFill/>
            </a:ln>
          </p:spPr>
        </p:pic>
        <p:sp>
          <p:nvSpPr>
            <p:cNvPr id="119" name="Google Shape;119;p6"/>
            <p:cNvSpPr/>
            <p:nvPr/>
          </p:nvSpPr>
          <p:spPr>
            <a:xfrm>
              <a:off x="4633848" y="1143127"/>
              <a:ext cx="1807845" cy="466090"/>
            </a:xfrm>
            <a:custGeom>
              <a:rect b="b" l="l" r="r" t="t"/>
              <a:pathLst>
                <a:path extrusionOk="0" h="466090" w="1807845">
                  <a:moveTo>
                    <a:pt x="1807464" y="386588"/>
                  </a:moveTo>
                  <a:lnTo>
                    <a:pt x="1794402" y="408939"/>
                  </a:lnTo>
                  <a:lnTo>
                    <a:pt x="1778412" y="429767"/>
                  </a:lnTo>
                  <a:lnTo>
                    <a:pt x="1759708" y="448881"/>
                  </a:lnTo>
                  <a:lnTo>
                    <a:pt x="1738502" y="466089"/>
                  </a:lnTo>
                </a:path>
                <a:path extrusionOk="0" h="466090" w="1807845">
                  <a:moveTo>
                    <a:pt x="1641855" y="91694"/>
                  </a:moveTo>
                  <a:lnTo>
                    <a:pt x="1643572" y="101050"/>
                  </a:lnTo>
                  <a:lnTo>
                    <a:pt x="1644729" y="110442"/>
                  </a:lnTo>
                  <a:lnTo>
                    <a:pt x="1645338" y="119858"/>
                  </a:lnTo>
                  <a:lnTo>
                    <a:pt x="1645412" y="129286"/>
                  </a:lnTo>
                </a:path>
                <a:path extrusionOk="0" h="466090" w="1807845">
                  <a:moveTo>
                    <a:pt x="1200785" y="47878"/>
                  </a:moveTo>
                  <a:lnTo>
                    <a:pt x="1208089" y="35147"/>
                  </a:lnTo>
                  <a:lnTo>
                    <a:pt x="1216453" y="22891"/>
                  </a:lnTo>
                  <a:lnTo>
                    <a:pt x="1225841" y="11160"/>
                  </a:lnTo>
                  <a:lnTo>
                    <a:pt x="1236217" y="0"/>
                  </a:lnTo>
                </a:path>
                <a:path extrusionOk="0" h="466090" w="1807845">
                  <a:moveTo>
                    <a:pt x="869950" y="70738"/>
                  </a:moveTo>
                  <a:lnTo>
                    <a:pt x="873093" y="60074"/>
                  </a:lnTo>
                  <a:lnTo>
                    <a:pt x="876998" y="49625"/>
                  </a:lnTo>
                  <a:lnTo>
                    <a:pt x="881665" y="39413"/>
                  </a:lnTo>
                  <a:lnTo>
                    <a:pt x="887095" y="29463"/>
                  </a:lnTo>
                </a:path>
                <a:path extrusionOk="0" h="466090" w="1807845">
                  <a:moveTo>
                    <a:pt x="481711" y="84709"/>
                  </a:moveTo>
                  <a:lnTo>
                    <a:pt x="498252" y="93515"/>
                  </a:lnTo>
                  <a:lnTo>
                    <a:pt x="514127" y="103155"/>
                  </a:lnTo>
                  <a:lnTo>
                    <a:pt x="529288" y="113605"/>
                  </a:lnTo>
                  <a:lnTo>
                    <a:pt x="543687" y="124840"/>
                  </a:lnTo>
                </a:path>
                <a:path extrusionOk="0" h="466090" w="1807845">
                  <a:moveTo>
                    <a:pt x="10795" y="399542"/>
                  </a:moveTo>
                  <a:lnTo>
                    <a:pt x="7340" y="389114"/>
                  </a:lnTo>
                  <a:lnTo>
                    <a:pt x="4397" y="378602"/>
                  </a:lnTo>
                  <a:lnTo>
                    <a:pt x="1954" y="368020"/>
                  </a:lnTo>
                  <a:lnTo>
                    <a:pt x="0" y="357377"/>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20" name="Google Shape;120;p6"/>
          <p:cNvSpPr txBox="1"/>
          <p:nvPr/>
        </p:nvSpPr>
        <p:spPr>
          <a:xfrm>
            <a:off x="5024120" y="1469212"/>
            <a:ext cx="756285" cy="3917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400">
                <a:latin typeface="Calibri"/>
                <a:ea typeface="Calibri"/>
                <a:cs typeface="Calibri"/>
                <a:sym typeface="Calibri"/>
              </a:rPr>
              <a:t>Learn</a:t>
            </a:r>
            <a:endParaRPr sz="2400">
              <a:latin typeface="Calibri"/>
              <a:ea typeface="Calibri"/>
              <a:cs typeface="Calibri"/>
              <a:sym typeface="Calibri"/>
            </a:endParaRPr>
          </a:p>
        </p:txBody>
      </p:sp>
      <p:grpSp>
        <p:nvGrpSpPr>
          <p:cNvPr id="121" name="Google Shape;121;p6"/>
          <p:cNvGrpSpPr/>
          <p:nvPr/>
        </p:nvGrpSpPr>
        <p:grpSpPr>
          <a:xfrm>
            <a:off x="4852415" y="1408175"/>
            <a:ext cx="4843737" cy="3660493"/>
            <a:chOff x="4852415" y="1408175"/>
            <a:chExt cx="4843737" cy="3660493"/>
          </a:xfrm>
        </p:grpSpPr>
        <p:pic>
          <p:nvPicPr>
            <p:cNvPr id="122" name="Google Shape;122;p6"/>
            <p:cNvPicPr preferRelativeResize="0"/>
            <p:nvPr/>
          </p:nvPicPr>
          <p:blipFill rotWithShape="1">
            <a:blip r:embed="rId7">
              <a:alphaModFix/>
            </a:blip>
            <a:srcRect b="0" l="0" r="0" t="0"/>
            <a:stretch/>
          </p:blipFill>
          <p:spPr>
            <a:xfrm>
              <a:off x="4852415" y="1408175"/>
              <a:ext cx="1102614" cy="640841"/>
            </a:xfrm>
            <a:prstGeom prst="rect">
              <a:avLst/>
            </a:prstGeom>
            <a:noFill/>
            <a:ln>
              <a:noFill/>
            </a:ln>
          </p:spPr>
        </p:pic>
        <p:sp>
          <p:nvSpPr>
            <p:cNvPr id="123" name="Google Shape;123;p6"/>
            <p:cNvSpPr/>
            <p:nvPr/>
          </p:nvSpPr>
          <p:spPr>
            <a:xfrm>
              <a:off x="7399992" y="3785968"/>
              <a:ext cx="2296160" cy="1282700"/>
            </a:xfrm>
            <a:custGeom>
              <a:rect b="b" l="l" r="r" t="t"/>
              <a:pathLst>
                <a:path extrusionOk="0" h="1282700" w="2296159">
                  <a:moveTo>
                    <a:pt x="1402649" y="0"/>
                  </a:moveTo>
                  <a:lnTo>
                    <a:pt x="1351946" y="4005"/>
                  </a:lnTo>
                  <a:lnTo>
                    <a:pt x="1303827" y="16245"/>
                  </a:lnTo>
                  <a:lnTo>
                    <a:pt x="1260153" y="36252"/>
                  </a:lnTo>
                  <a:lnTo>
                    <a:pt x="1222787" y="63557"/>
                  </a:lnTo>
                  <a:lnTo>
                    <a:pt x="1193589" y="97691"/>
                  </a:lnTo>
                  <a:lnTo>
                    <a:pt x="1178452" y="87150"/>
                  </a:lnTo>
                  <a:lnTo>
                    <a:pt x="1127803" y="60861"/>
                  </a:lnTo>
                  <a:lnTo>
                    <a:pt x="1080697" y="45777"/>
                  </a:lnTo>
                  <a:lnTo>
                    <a:pt x="1032213" y="37527"/>
                  </a:lnTo>
                  <a:lnTo>
                    <a:pt x="983432" y="35861"/>
                  </a:lnTo>
                  <a:lnTo>
                    <a:pt x="935432" y="40530"/>
                  </a:lnTo>
                  <a:lnTo>
                    <a:pt x="889291" y="51282"/>
                  </a:lnTo>
                  <a:lnTo>
                    <a:pt x="846089" y="67870"/>
                  </a:lnTo>
                  <a:lnTo>
                    <a:pt x="806903" y="90042"/>
                  </a:lnTo>
                  <a:lnTo>
                    <a:pt x="772814" y="117550"/>
                  </a:lnTo>
                  <a:lnTo>
                    <a:pt x="744898" y="150142"/>
                  </a:lnTo>
                  <a:lnTo>
                    <a:pt x="702072" y="133879"/>
                  </a:lnTo>
                  <a:lnTo>
                    <a:pt x="657069" y="122176"/>
                  </a:lnTo>
                  <a:lnTo>
                    <a:pt x="610518" y="115112"/>
                  </a:lnTo>
                  <a:lnTo>
                    <a:pt x="563046" y="112766"/>
                  </a:lnTo>
                  <a:lnTo>
                    <a:pt x="515282" y="115217"/>
                  </a:lnTo>
                  <a:lnTo>
                    <a:pt x="463306" y="123583"/>
                  </a:lnTo>
                  <a:lnTo>
                    <a:pt x="414720" y="137281"/>
                  </a:lnTo>
                  <a:lnTo>
                    <a:pt x="369999" y="155836"/>
                  </a:lnTo>
                  <a:lnTo>
                    <a:pt x="329618" y="178773"/>
                  </a:lnTo>
                  <a:lnTo>
                    <a:pt x="294051" y="205618"/>
                  </a:lnTo>
                  <a:lnTo>
                    <a:pt x="263772" y="235896"/>
                  </a:lnTo>
                  <a:lnTo>
                    <a:pt x="239257" y="269133"/>
                  </a:lnTo>
                  <a:lnTo>
                    <a:pt x="220980" y="304854"/>
                  </a:lnTo>
                  <a:lnTo>
                    <a:pt x="209416" y="342585"/>
                  </a:lnTo>
                  <a:lnTo>
                    <a:pt x="205039" y="381851"/>
                  </a:lnTo>
                  <a:lnTo>
                    <a:pt x="208323" y="422176"/>
                  </a:lnTo>
                  <a:lnTo>
                    <a:pt x="206418" y="426113"/>
                  </a:lnTo>
                  <a:lnTo>
                    <a:pt x="153386" y="435249"/>
                  </a:lnTo>
                  <a:lnTo>
                    <a:pt x="105247" y="453291"/>
                  </a:lnTo>
                  <a:lnTo>
                    <a:pt x="63847" y="479334"/>
                  </a:lnTo>
                  <a:lnTo>
                    <a:pt x="31031" y="512473"/>
                  </a:lnTo>
                  <a:lnTo>
                    <a:pt x="9558" y="549733"/>
                  </a:lnTo>
                  <a:lnTo>
                    <a:pt x="0" y="588481"/>
                  </a:lnTo>
                  <a:lnTo>
                    <a:pt x="1860" y="627267"/>
                  </a:lnTo>
                  <a:lnTo>
                    <a:pt x="14643" y="664639"/>
                  </a:lnTo>
                  <a:lnTo>
                    <a:pt x="37855" y="699149"/>
                  </a:lnTo>
                  <a:lnTo>
                    <a:pt x="71000" y="729343"/>
                  </a:lnTo>
                  <a:lnTo>
                    <a:pt x="113581" y="753773"/>
                  </a:lnTo>
                  <a:lnTo>
                    <a:pt x="83268" y="784418"/>
                  </a:lnTo>
                  <a:lnTo>
                    <a:pt x="62622" y="818909"/>
                  </a:lnTo>
                  <a:lnTo>
                    <a:pt x="52216" y="855947"/>
                  </a:lnTo>
                  <a:lnTo>
                    <a:pt x="52621" y="894235"/>
                  </a:lnTo>
                  <a:lnTo>
                    <a:pt x="64867" y="933706"/>
                  </a:lnTo>
                  <a:lnTo>
                    <a:pt x="87838" y="968882"/>
                  </a:lnTo>
                  <a:lnTo>
                    <a:pt x="119992" y="998845"/>
                  </a:lnTo>
                  <a:lnTo>
                    <a:pt x="159783" y="1022673"/>
                  </a:lnTo>
                  <a:lnTo>
                    <a:pt x="205667" y="1039449"/>
                  </a:lnTo>
                  <a:lnTo>
                    <a:pt x="256102" y="1048250"/>
                  </a:lnTo>
                  <a:lnTo>
                    <a:pt x="309542" y="1048159"/>
                  </a:lnTo>
                  <a:lnTo>
                    <a:pt x="313860" y="1053874"/>
                  </a:lnTo>
                  <a:lnTo>
                    <a:pt x="343078" y="1086225"/>
                  </a:lnTo>
                  <a:lnTo>
                    <a:pt x="376570" y="1114922"/>
                  </a:lnTo>
                  <a:lnTo>
                    <a:pt x="413810" y="1139865"/>
                  </a:lnTo>
                  <a:lnTo>
                    <a:pt x="454270" y="1160955"/>
                  </a:lnTo>
                  <a:lnTo>
                    <a:pt x="497424" y="1178091"/>
                  </a:lnTo>
                  <a:lnTo>
                    <a:pt x="542743" y="1191173"/>
                  </a:lnTo>
                  <a:lnTo>
                    <a:pt x="589701" y="1200100"/>
                  </a:lnTo>
                  <a:lnTo>
                    <a:pt x="637771" y="1204773"/>
                  </a:lnTo>
                  <a:lnTo>
                    <a:pt x="686426" y="1205091"/>
                  </a:lnTo>
                  <a:lnTo>
                    <a:pt x="735137" y="1200953"/>
                  </a:lnTo>
                  <a:lnTo>
                    <a:pt x="783379" y="1192261"/>
                  </a:lnTo>
                  <a:lnTo>
                    <a:pt x="830623" y="1178912"/>
                  </a:lnTo>
                  <a:lnTo>
                    <a:pt x="876343" y="1160808"/>
                  </a:lnTo>
                  <a:lnTo>
                    <a:pt x="906608" y="1190642"/>
                  </a:lnTo>
                  <a:lnTo>
                    <a:pt x="941707" y="1216843"/>
                  </a:lnTo>
                  <a:lnTo>
                    <a:pt x="981079" y="1239099"/>
                  </a:lnTo>
                  <a:lnTo>
                    <a:pt x="1024163" y="1257101"/>
                  </a:lnTo>
                  <a:lnTo>
                    <a:pt x="1070399" y="1270536"/>
                  </a:lnTo>
                  <a:lnTo>
                    <a:pt x="1122226" y="1279390"/>
                  </a:lnTo>
                  <a:lnTo>
                    <a:pt x="1173890" y="1282310"/>
                  </a:lnTo>
                  <a:lnTo>
                    <a:pt x="1224700" y="1279578"/>
                  </a:lnTo>
                  <a:lnTo>
                    <a:pt x="1273964" y="1271475"/>
                  </a:lnTo>
                  <a:lnTo>
                    <a:pt x="1320991" y="1258283"/>
                  </a:lnTo>
                  <a:lnTo>
                    <a:pt x="1365089" y="1240284"/>
                  </a:lnTo>
                  <a:lnTo>
                    <a:pt x="1405566" y="1217759"/>
                  </a:lnTo>
                  <a:lnTo>
                    <a:pt x="1441732" y="1190991"/>
                  </a:lnTo>
                  <a:lnTo>
                    <a:pt x="1472893" y="1160260"/>
                  </a:lnTo>
                  <a:lnTo>
                    <a:pt x="1498360" y="1125848"/>
                  </a:lnTo>
                  <a:lnTo>
                    <a:pt x="1517439" y="1088037"/>
                  </a:lnTo>
                  <a:lnTo>
                    <a:pt x="1554803" y="1103164"/>
                  </a:lnTo>
                  <a:lnTo>
                    <a:pt x="1594322" y="1114184"/>
                  </a:lnTo>
                  <a:lnTo>
                    <a:pt x="1635436" y="1120988"/>
                  </a:lnTo>
                  <a:lnTo>
                    <a:pt x="1677586" y="1123470"/>
                  </a:lnTo>
                  <a:lnTo>
                    <a:pt x="1732846" y="1120042"/>
                  </a:lnTo>
                  <a:lnTo>
                    <a:pt x="1784927" y="1109515"/>
                  </a:lnTo>
                  <a:lnTo>
                    <a:pt x="1832959" y="1092544"/>
                  </a:lnTo>
                  <a:lnTo>
                    <a:pt x="1876067" y="1069780"/>
                  </a:lnTo>
                  <a:lnTo>
                    <a:pt x="1913379" y="1041878"/>
                  </a:lnTo>
                  <a:lnTo>
                    <a:pt x="1944023" y="1009490"/>
                  </a:lnTo>
                  <a:lnTo>
                    <a:pt x="1967125" y="973271"/>
                  </a:lnTo>
                  <a:lnTo>
                    <a:pt x="1981812" y="933873"/>
                  </a:lnTo>
                  <a:lnTo>
                    <a:pt x="1987212" y="891949"/>
                  </a:lnTo>
                  <a:lnTo>
                    <a:pt x="2032416" y="884714"/>
                  </a:lnTo>
                  <a:lnTo>
                    <a:pt x="2075858" y="873217"/>
                  </a:lnTo>
                  <a:lnTo>
                    <a:pt x="2117014" y="857624"/>
                  </a:lnTo>
                  <a:lnTo>
                    <a:pt x="2155360" y="838101"/>
                  </a:lnTo>
                  <a:lnTo>
                    <a:pt x="2198779" y="808222"/>
                  </a:lnTo>
                  <a:lnTo>
                    <a:pt x="2234382" y="774353"/>
                  </a:lnTo>
                  <a:lnTo>
                    <a:pt x="2262032" y="737286"/>
                  </a:lnTo>
                  <a:lnTo>
                    <a:pt x="2281594" y="697810"/>
                  </a:lnTo>
                  <a:lnTo>
                    <a:pt x="2292933" y="656714"/>
                  </a:lnTo>
                  <a:lnTo>
                    <a:pt x="2295913" y="614787"/>
                  </a:lnTo>
                  <a:lnTo>
                    <a:pt x="2290398" y="572818"/>
                  </a:lnTo>
                  <a:lnTo>
                    <a:pt x="2276252" y="531599"/>
                  </a:lnTo>
                  <a:lnTo>
                    <a:pt x="2253340" y="491916"/>
                  </a:lnTo>
                  <a:lnTo>
                    <a:pt x="2221527" y="454561"/>
                  </a:lnTo>
                  <a:lnTo>
                    <a:pt x="2225268" y="447562"/>
                  </a:lnTo>
                  <a:lnTo>
                    <a:pt x="2228687" y="440480"/>
                  </a:lnTo>
                  <a:lnTo>
                    <a:pt x="2231796" y="433327"/>
                  </a:lnTo>
                  <a:lnTo>
                    <a:pt x="2234608" y="426113"/>
                  </a:lnTo>
                  <a:lnTo>
                    <a:pt x="2244028" y="383018"/>
                  </a:lnTo>
                  <a:lnTo>
                    <a:pt x="2242056" y="340644"/>
                  </a:lnTo>
                  <a:lnTo>
                    <a:pt x="2229489" y="300060"/>
                  </a:lnTo>
                  <a:lnTo>
                    <a:pt x="2207129" y="262331"/>
                  </a:lnTo>
                  <a:lnTo>
                    <a:pt x="2175773" y="228525"/>
                  </a:lnTo>
                  <a:lnTo>
                    <a:pt x="2136221" y="199710"/>
                  </a:lnTo>
                  <a:lnTo>
                    <a:pt x="2089272" y="176952"/>
                  </a:lnTo>
                  <a:lnTo>
                    <a:pt x="2035726" y="161318"/>
                  </a:lnTo>
                  <a:lnTo>
                    <a:pt x="2024098" y="128683"/>
                  </a:lnTo>
                  <a:lnTo>
                    <a:pt x="1980076" y="70700"/>
                  </a:lnTo>
                  <a:lnTo>
                    <a:pt x="1948731" y="46637"/>
                  </a:lnTo>
                  <a:lnTo>
                    <a:pt x="1905677" y="24179"/>
                  </a:lnTo>
                  <a:lnTo>
                    <a:pt x="1859024" y="9133"/>
                  </a:lnTo>
                  <a:lnTo>
                    <a:pt x="1810230" y="1409"/>
                  </a:lnTo>
                  <a:lnTo>
                    <a:pt x="1760755" y="917"/>
                  </a:lnTo>
                  <a:lnTo>
                    <a:pt x="1712061" y="7570"/>
                  </a:lnTo>
                  <a:lnTo>
                    <a:pt x="1665607" y="21277"/>
                  </a:lnTo>
                  <a:lnTo>
                    <a:pt x="1622852" y="41949"/>
                  </a:lnTo>
                  <a:lnTo>
                    <a:pt x="1585257" y="69497"/>
                  </a:lnTo>
                  <a:lnTo>
                    <a:pt x="1568027" y="54182"/>
                  </a:lnTo>
                  <a:lnTo>
                    <a:pt x="1548665" y="40510"/>
                  </a:lnTo>
                  <a:lnTo>
                    <a:pt x="1527375" y="28599"/>
                  </a:lnTo>
                  <a:lnTo>
                    <a:pt x="1504358" y="18570"/>
                  </a:lnTo>
                  <a:lnTo>
                    <a:pt x="1454073" y="4698"/>
                  </a:lnTo>
                  <a:lnTo>
                    <a:pt x="140264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4" name="Google Shape;124;p6"/>
            <p:cNvSpPr/>
            <p:nvPr/>
          </p:nvSpPr>
          <p:spPr>
            <a:xfrm>
              <a:off x="7399992" y="3785968"/>
              <a:ext cx="2296160" cy="1282700"/>
            </a:xfrm>
            <a:custGeom>
              <a:rect b="b" l="l" r="r" t="t"/>
              <a:pathLst>
                <a:path extrusionOk="0" h="1282700" w="2296159">
                  <a:moveTo>
                    <a:pt x="208323" y="422176"/>
                  </a:moveTo>
                  <a:lnTo>
                    <a:pt x="205039" y="381851"/>
                  </a:lnTo>
                  <a:lnTo>
                    <a:pt x="209416" y="342585"/>
                  </a:lnTo>
                  <a:lnTo>
                    <a:pt x="220980" y="304854"/>
                  </a:lnTo>
                  <a:lnTo>
                    <a:pt x="239257" y="269133"/>
                  </a:lnTo>
                  <a:lnTo>
                    <a:pt x="263772" y="235896"/>
                  </a:lnTo>
                  <a:lnTo>
                    <a:pt x="294051" y="205618"/>
                  </a:lnTo>
                  <a:lnTo>
                    <a:pt x="329618" y="178773"/>
                  </a:lnTo>
                  <a:lnTo>
                    <a:pt x="369999" y="155836"/>
                  </a:lnTo>
                  <a:lnTo>
                    <a:pt x="414720" y="137281"/>
                  </a:lnTo>
                  <a:lnTo>
                    <a:pt x="463306" y="123583"/>
                  </a:lnTo>
                  <a:lnTo>
                    <a:pt x="515282" y="115217"/>
                  </a:lnTo>
                  <a:lnTo>
                    <a:pt x="563046" y="112766"/>
                  </a:lnTo>
                  <a:lnTo>
                    <a:pt x="610518" y="115112"/>
                  </a:lnTo>
                  <a:lnTo>
                    <a:pt x="657069" y="122176"/>
                  </a:lnTo>
                  <a:lnTo>
                    <a:pt x="702072" y="133879"/>
                  </a:lnTo>
                  <a:lnTo>
                    <a:pt x="744898" y="150142"/>
                  </a:lnTo>
                  <a:lnTo>
                    <a:pt x="772814" y="117550"/>
                  </a:lnTo>
                  <a:lnTo>
                    <a:pt x="806903" y="90042"/>
                  </a:lnTo>
                  <a:lnTo>
                    <a:pt x="846089" y="67870"/>
                  </a:lnTo>
                  <a:lnTo>
                    <a:pt x="889291" y="51282"/>
                  </a:lnTo>
                  <a:lnTo>
                    <a:pt x="935432" y="40530"/>
                  </a:lnTo>
                  <a:lnTo>
                    <a:pt x="983432" y="35861"/>
                  </a:lnTo>
                  <a:lnTo>
                    <a:pt x="1032213" y="37527"/>
                  </a:lnTo>
                  <a:lnTo>
                    <a:pt x="1080697" y="45777"/>
                  </a:lnTo>
                  <a:lnTo>
                    <a:pt x="1127803" y="60861"/>
                  </a:lnTo>
                  <a:lnTo>
                    <a:pt x="1162411" y="77467"/>
                  </a:lnTo>
                  <a:lnTo>
                    <a:pt x="1193589" y="97691"/>
                  </a:lnTo>
                  <a:lnTo>
                    <a:pt x="1222787" y="63557"/>
                  </a:lnTo>
                  <a:lnTo>
                    <a:pt x="1260153" y="36252"/>
                  </a:lnTo>
                  <a:lnTo>
                    <a:pt x="1303827" y="16245"/>
                  </a:lnTo>
                  <a:lnTo>
                    <a:pt x="1351946" y="4005"/>
                  </a:lnTo>
                  <a:lnTo>
                    <a:pt x="1402649" y="0"/>
                  </a:lnTo>
                  <a:lnTo>
                    <a:pt x="1454073" y="4698"/>
                  </a:lnTo>
                  <a:lnTo>
                    <a:pt x="1504358" y="18570"/>
                  </a:lnTo>
                  <a:lnTo>
                    <a:pt x="1548665" y="40510"/>
                  </a:lnTo>
                  <a:lnTo>
                    <a:pt x="1585257" y="69497"/>
                  </a:lnTo>
                  <a:lnTo>
                    <a:pt x="1622852" y="41949"/>
                  </a:lnTo>
                  <a:lnTo>
                    <a:pt x="1665607" y="21277"/>
                  </a:lnTo>
                  <a:lnTo>
                    <a:pt x="1712061" y="7570"/>
                  </a:lnTo>
                  <a:lnTo>
                    <a:pt x="1760755" y="917"/>
                  </a:lnTo>
                  <a:lnTo>
                    <a:pt x="1810230" y="1409"/>
                  </a:lnTo>
                  <a:lnTo>
                    <a:pt x="1859024" y="9133"/>
                  </a:lnTo>
                  <a:lnTo>
                    <a:pt x="1905677" y="24179"/>
                  </a:lnTo>
                  <a:lnTo>
                    <a:pt x="1948731" y="46637"/>
                  </a:lnTo>
                  <a:lnTo>
                    <a:pt x="1980076" y="70700"/>
                  </a:lnTo>
                  <a:lnTo>
                    <a:pt x="2024098" y="128683"/>
                  </a:lnTo>
                  <a:lnTo>
                    <a:pt x="2035726" y="161318"/>
                  </a:lnTo>
                  <a:lnTo>
                    <a:pt x="2089272" y="176952"/>
                  </a:lnTo>
                  <a:lnTo>
                    <a:pt x="2136221" y="199710"/>
                  </a:lnTo>
                  <a:lnTo>
                    <a:pt x="2175773" y="228525"/>
                  </a:lnTo>
                  <a:lnTo>
                    <a:pt x="2207129" y="262331"/>
                  </a:lnTo>
                  <a:lnTo>
                    <a:pt x="2229489" y="300060"/>
                  </a:lnTo>
                  <a:lnTo>
                    <a:pt x="2242056" y="340644"/>
                  </a:lnTo>
                  <a:lnTo>
                    <a:pt x="2244028" y="383018"/>
                  </a:lnTo>
                  <a:lnTo>
                    <a:pt x="2234608" y="426113"/>
                  </a:lnTo>
                  <a:lnTo>
                    <a:pt x="2231796" y="433327"/>
                  </a:lnTo>
                  <a:lnTo>
                    <a:pt x="2228687" y="440480"/>
                  </a:lnTo>
                  <a:lnTo>
                    <a:pt x="2225268" y="447562"/>
                  </a:lnTo>
                  <a:lnTo>
                    <a:pt x="2221527" y="454561"/>
                  </a:lnTo>
                  <a:lnTo>
                    <a:pt x="2253340" y="491916"/>
                  </a:lnTo>
                  <a:lnTo>
                    <a:pt x="2276252" y="531599"/>
                  </a:lnTo>
                  <a:lnTo>
                    <a:pt x="2290398" y="572818"/>
                  </a:lnTo>
                  <a:lnTo>
                    <a:pt x="2295913" y="614787"/>
                  </a:lnTo>
                  <a:lnTo>
                    <a:pt x="2292933" y="656714"/>
                  </a:lnTo>
                  <a:lnTo>
                    <a:pt x="2281594" y="697810"/>
                  </a:lnTo>
                  <a:lnTo>
                    <a:pt x="2262032" y="737286"/>
                  </a:lnTo>
                  <a:lnTo>
                    <a:pt x="2234382" y="774353"/>
                  </a:lnTo>
                  <a:lnTo>
                    <a:pt x="2198779" y="808222"/>
                  </a:lnTo>
                  <a:lnTo>
                    <a:pt x="2155360" y="838101"/>
                  </a:lnTo>
                  <a:lnTo>
                    <a:pt x="2117014" y="857624"/>
                  </a:lnTo>
                  <a:lnTo>
                    <a:pt x="2075858" y="873217"/>
                  </a:lnTo>
                  <a:lnTo>
                    <a:pt x="2032416" y="884714"/>
                  </a:lnTo>
                  <a:lnTo>
                    <a:pt x="1987212" y="891949"/>
                  </a:lnTo>
                  <a:lnTo>
                    <a:pt x="1981812" y="933873"/>
                  </a:lnTo>
                  <a:lnTo>
                    <a:pt x="1967125" y="973271"/>
                  </a:lnTo>
                  <a:lnTo>
                    <a:pt x="1944023" y="1009490"/>
                  </a:lnTo>
                  <a:lnTo>
                    <a:pt x="1913379" y="1041878"/>
                  </a:lnTo>
                  <a:lnTo>
                    <a:pt x="1876067" y="1069780"/>
                  </a:lnTo>
                  <a:lnTo>
                    <a:pt x="1832959" y="1092544"/>
                  </a:lnTo>
                  <a:lnTo>
                    <a:pt x="1784927" y="1109515"/>
                  </a:lnTo>
                  <a:lnTo>
                    <a:pt x="1732846" y="1120042"/>
                  </a:lnTo>
                  <a:lnTo>
                    <a:pt x="1677586" y="1123470"/>
                  </a:lnTo>
                  <a:lnTo>
                    <a:pt x="1635436" y="1120988"/>
                  </a:lnTo>
                  <a:lnTo>
                    <a:pt x="1594322" y="1114184"/>
                  </a:lnTo>
                  <a:lnTo>
                    <a:pt x="1554803" y="1103164"/>
                  </a:lnTo>
                  <a:lnTo>
                    <a:pt x="1517439" y="1088037"/>
                  </a:lnTo>
                  <a:lnTo>
                    <a:pt x="1498360" y="1125848"/>
                  </a:lnTo>
                  <a:lnTo>
                    <a:pt x="1472893" y="1160260"/>
                  </a:lnTo>
                  <a:lnTo>
                    <a:pt x="1441732" y="1190991"/>
                  </a:lnTo>
                  <a:lnTo>
                    <a:pt x="1405566" y="1217759"/>
                  </a:lnTo>
                  <a:lnTo>
                    <a:pt x="1365089" y="1240284"/>
                  </a:lnTo>
                  <a:lnTo>
                    <a:pt x="1320991" y="1258283"/>
                  </a:lnTo>
                  <a:lnTo>
                    <a:pt x="1273964" y="1271475"/>
                  </a:lnTo>
                  <a:lnTo>
                    <a:pt x="1224700" y="1279578"/>
                  </a:lnTo>
                  <a:lnTo>
                    <a:pt x="1173890" y="1282310"/>
                  </a:lnTo>
                  <a:lnTo>
                    <a:pt x="1122226" y="1279390"/>
                  </a:lnTo>
                  <a:lnTo>
                    <a:pt x="1070399" y="1270536"/>
                  </a:lnTo>
                  <a:lnTo>
                    <a:pt x="1024163" y="1257101"/>
                  </a:lnTo>
                  <a:lnTo>
                    <a:pt x="981079" y="1239099"/>
                  </a:lnTo>
                  <a:lnTo>
                    <a:pt x="941707" y="1216843"/>
                  </a:lnTo>
                  <a:lnTo>
                    <a:pt x="906608" y="1190642"/>
                  </a:lnTo>
                  <a:lnTo>
                    <a:pt x="876343" y="1160808"/>
                  </a:lnTo>
                  <a:lnTo>
                    <a:pt x="830623" y="1178912"/>
                  </a:lnTo>
                  <a:lnTo>
                    <a:pt x="783379" y="1192261"/>
                  </a:lnTo>
                  <a:lnTo>
                    <a:pt x="735137" y="1200953"/>
                  </a:lnTo>
                  <a:lnTo>
                    <a:pt x="686426" y="1205091"/>
                  </a:lnTo>
                  <a:lnTo>
                    <a:pt x="637771" y="1204773"/>
                  </a:lnTo>
                  <a:lnTo>
                    <a:pt x="589701" y="1200100"/>
                  </a:lnTo>
                  <a:lnTo>
                    <a:pt x="542743" y="1191173"/>
                  </a:lnTo>
                  <a:lnTo>
                    <a:pt x="497424" y="1178091"/>
                  </a:lnTo>
                  <a:lnTo>
                    <a:pt x="454270" y="1160955"/>
                  </a:lnTo>
                  <a:lnTo>
                    <a:pt x="413810" y="1139865"/>
                  </a:lnTo>
                  <a:lnTo>
                    <a:pt x="376570" y="1114922"/>
                  </a:lnTo>
                  <a:lnTo>
                    <a:pt x="343078" y="1086225"/>
                  </a:lnTo>
                  <a:lnTo>
                    <a:pt x="313860" y="1053874"/>
                  </a:lnTo>
                  <a:lnTo>
                    <a:pt x="310939" y="1050064"/>
                  </a:lnTo>
                  <a:lnTo>
                    <a:pt x="309542" y="1048159"/>
                  </a:lnTo>
                  <a:lnTo>
                    <a:pt x="256102" y="1048250"/>
                  </a:lnTo>
                  <a:lnTo>
                    <a:pt x="205667" y="1039449"/>
                  </a:lnTo>
                  <a:lnTo>
                    <a:pt x="159783" y="1022673"/>
                  </a:lnTo>
                  <a:lnTo>
                    <a:pt x="119992" y="998845"/>
                  </a:lnTo>
                  <a:lnTo>
                    <a:pt x="87838" y="968882"/>
                  </a:lnTo>
                  <a:lnTo>
                    <a:pt x="64867" y="933706"/>
                  </a:lnTo>
                  <a:lnTo>
                    <a:pt x="52621" y="894235"/>
                  </a:lnTo>
                  <a:lnTo>
                    <a:pt x="52216" y="855947"/>
                  </a:lnTo>
                  <a:lnTo>
                    <a:pt x="62622" y="818909"/>
                  </a:lnTo>
                  <a:lnTo>
                    <a:pt x="83268" y="784418"/>
                  </a:lnTo>
                  <a:lnTo>
                    <a:pt x="113581" y="753773"/>
                  </a:lnTo>
                  <a:lnTo>
                    <a:pt x="71000" y="729343"/>
                  </a:lnTo>
                  <a:lnTo>
                    <a:pt x="37855" y="699149"/>
                  </a:lnTo>
                  <a:lnTo>
                    <a:pt x="14643" y="664639"/>
                  </a:lnTo>
                  <a:lnTo>
                    <a:pt x="1860" y="627267"/>
                  </a:lnTo>
                  <a:lnTo>
                    <a:pt x="0" y="588481"/>
                  </a:lnTo>
                  <a:lnTo>
                    <a:pt x="9558" y="549733"/>
                  </a:lnTo>
                  <a:lnTo>
                    <a:pt x="31031" y="512473"/>
                  </a:lnTo>
                  <a:lnTo>
                    <a:pt x="63847" y="479334"/>
                  </a:lnTo>
                  <a:lnTo>
                    <a:pt x="105247" y="453291"/>
                  </a:lnTo>
                  <a:lnTo>
                    <a:pt x="153386" y="435249"/>
                  </a:lnTo>
                  <a:lnTo>
                    <a:pt x="206418" y="426113"/>
                  </a:lnTo>
                  <a:lnTo>
                    <a:pt x="208323" y="422176"/>
                  </a:lnTo>
                  <a:close/>
                </a:path>
                <a:path extrusionOk="0" h="1282700" w="2296159">
                  <a:moveTo>
                    <a:pt x="250487" y="772442"/>
                  </a:moveTo>
                  <a:lnTo>
                    <a:pt x="215364" y="772484"/>
                  </a:lnTo>
                  <a:lnTo>
                    <a:pt x="180859" y="768490"/>
                  </a:lnTo>
                  <a:lnTo>
                    <a:pt x="147546" y="760566"/>
                  </a:lnTo>
                  <a:lnTo>
                    <a:pt x="115994" y="748820"/>
                  </a:lnTo>
                </a:path>
                <a:path extrusionOk="0" h="1282700" w="2296159">
                  <a:moveTo>
                    <a:pt x="369105" y="1031268"/>
                  </a:moveTo>
                  <a:lnTo>
                    <a:pt x="354828" y="1035195"/>
                  </a:lnTo>
                  <a:lnTo>
                    <a:pt x="340229" y="1038396"/>
                  </a:lnTo>
                  <a:lnTo>
                    <a:pt x="325368" y="1040859"/>
                  </a:lnTo>
                  <a:lnTo>
                    <a:pt x="310304" y="1042571"/>
                  </a:lnTo>
                </a:path>
                <a:path extrusionOk="0" h="1282700" w="2296159">
                  <a:moveTo>
                    <a:pt x="876216" y="1155601"/>
                  </a:moveTo>
                  <a:lnTo>
                    <a:pt x="865983" y="1143221"/>
                  </a:lnTo>
                  <a:lnTo>
                    <a:pt x="856642" y="1130471"/>
                  </a:lnTo>
                  <a:lnTo>
                    <a:pt x="848231" y="1117364"/>
                  </a:lnTo>
                  <a:lnTo>
                    <a:pt x="840783" y="1103912"/>
                  </a:lnTo>
                </a:path>
                <a:path extrusionOk="0" h="1282700" w="2296159">
                  <a:moveTo>
                    <a:pt x="1531790" y="1026823"/>
                  </a:moveTo>
                  <a:lnTo>
                    <a:pt x="1529748" y="1041174"/>
                  </a:lnTo>
                  <a:lnTo>
                    <a:pt x="1526694" y="1055430"/>
                  </a:lnTo>
                  <a:lnTo>
                    <a:pt x="1522664" y="1069543"/>
                  </a:lnTo>
                  <a:lnTo>
                    <a:pt x="1517693" y="1083465"/>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25" name="Google Shape;125;p6"/>
            <p:cNvPicPr preferRelativeResize="0"/>
            <p:nvPr/>
          </p:nvPicPr>
          <p:blipFill rotWithShape="1">
            <a:blip r:embed="rId8">
              <a:alphaModFix/>
            </a:blip>
            <a:srcRect b="0" l="0" r="0" t="0"/>
            <a:stretch/>
          </p:blipFill>
          <p:spPr>
            <a:xfrm>
              <a:off x="9203435" y="4452874"/>
              <a:ext cx="192404" cy="231520"/>
            </a:xfrm>
            <a:prstGeom prst="rect">
              <a:avLst/>
            </a:prstGeom>
            <a:noFill/>
            <a:ln>
              <a:noFill/>
            </a:ln>
          </p:spPr>
        </p:pic>
        <p:sp>
          <p:nvSpPr>
            <p:cNvPr id="126" name="Google Shape;126;p6"/>
            <p:cNvSpPr/>
            <p:nvPr/>
          </p:nvSpPr>
          <p:spPr>
            <a:xfrm>
              <a:off x="7608315" y="3851274"/>
              <a:ext cx="2012314" cy="465455"/>
            </a:xfrm>
            <a:custGeom>
              <a:rect b="b" l="l" r="r" t="t"/>
              <a:pathLst>
                <a:path extrusionOk="0" h="465454" w="2012315">
                  <a:moveTo>
                    <a:pt x="2012187" y="386080"/>
                  </a:moveTo>
                  <a:lnTo>
                    <a:pt x="1997575" y="408358"/>
                  </a:lnTo>
                  <a:lnTo>
                    <a:pt x="1979771" y="429148"/>
                  </a:lnTo>
                  <a:lnTo>
                    <a:pt x="1958967" y="448248"/>
                  </a:lnTo>
                  <a:lnTo>
                    <a:pt x="1935352" y="465455"/>
                  </a:lnTo>
                </a:path>
                <a:path extrusionOk="0" h="465454" w="2012315">
                  <a:moveTo>
                    <a:pt x="1827783" y="91567"/>
                  </a:moveTo>
                  <a:lnTo>
                    <a:pt x="1829669" y="100849"/>
                  </a:lnTo>
                  <a:lnTo>
                    <a:pt x="1830958" y="110204"/>
                  </a:lnTo>
                  <a:lnTo>
                    <a:pt x="1831677" y="119606"/>
                  </a:lnTo>
                  <a:lnTo>
                    <a:pt x="1831848" y="129031"/>
                  </a:lnTo>
                </a:path>
                <a:path extrusionOk="0" h="465454" w="2012315">
                  <a:moveTo>
                    <a:pt x="1336802" y="47751"/>
                  </a:moveTo>
                  <a:lnTo>
                    <a:pt x="1344935" y="35022"/>
                  </a:lnTo>
                  <a:lnTo>
                    <a:pt x="1354248" y="22780"/>
                  </a:lnTo>
                  <a:lnTo>
                    <a:pt x="1364680" y="11086"/>
                  </a:lnTo>
                  <a:lnTo>
                    <a:pt x="1376172" y="0"/>
                  </a:lnTo>
                </a:path>
                <a:path extrusionOk="0" h="465454" w="2012315">
                  <a:moveTo>
                    <a:pt x="968501" y="70612"/>
                  </a:moveTo>
                  <a:lnTo>
                    <a:pt x="971996" y="59947"/>
                  </a:lnTo>
                  <a:lnTo>
                    <a:pt x="976360" y="49498"/>
                  </a:lnTo>
                  <a:lnTo>
                    <a:pt x="981557" y="39286"/>
                  </a:lnTo>
                  <a:lnTo>
                    <a:pt x="987551" y="29337"/>
                  </a:lnTo>
                </a:path>
                <a:path extrusionOk="0" h="465454" w="2012315">
                  <a:moveTo>
                    <a:pt x="536320" y="84581"/>
                  </a:moveTo>
                  <a:lnTo>
                    <a:pt x="554722" y="93386"/>
                  </a:lnTo>
                  <a:lnTo>
                    <a:pt x="572373" y="103012"/>
                  </a:lnTo>
                  <a:lnTo>
                    <a:pt x="589238" y="113424"/>
                  </a:lnTo>
                  <a:lnTo>
                    <a:pt x="605281" y="124587"/>
                  </a:lnTo>
                </a:path>
                <a:path extrusionOk="0" h="465454" w="2012315">
                  <a:moveTo>
                    <a:pt x="12064" y="398906"/>
                  </a:moveTo>
                  <a:lnTo>
                    <a:pt x="8251" y="388552"/>
                  </a:lnTo>
                  <a:lnTo>
                    <a:pt x="4984" y="378078"/>
                  </a:lnTo>
                  <a:lnTo>
                    <a:pt x="2242" y="367510"/>
                  </a:lnTo>
                  <a:lnTo>
                    <a:pt x="0" y="356869"/>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27" name="Google Shape;127;p6"/>
            <p:cNvPicPr preferRelativeResize="0"/>
            <p:nvPr/>
          </p:nvPicPr>
          <p:blipFill rotWithShape="1">
            <a:blip r:embed="rId9">
              <a:alphaModFix/>
            </a:blip>
            <a:srcRect b="0" l="0" r="0" t="0"/>
            <a:stretch/>
          </p:blipFill>
          <p:spPr>
            <a:xfrm>
              <a:off x="7914131" y="3933443"/>
              <a:ext cx="1175766" cy="640842"/>
            </a:xfrm>
            <a:prstGeom prst="rect">
              <a:avLst/>
            </a:prstGeom>
            <a:noFill/>
            <a:ln>
              <a:noFill/>
            </a:ln>
          </p:spPr>
        </p:pic>
      </p:grpSp>
      <p:sp>
        <p:nvSpPr>
          <p:cNvPr id="128" name="Google Shape;128;p6"/>
          <p:cNvSpPr txBox="1"/>
          <p:nvPr/>
        </p:nvSpPr>
        <p:spPr>
          <a:xfrm>
            <a:off x="7829168" y="3994784"/>
            <a:ext cx="1266825" cy="756920"/>
          </a:xfrm>
          <a:prstGeom prst="rect">
            <a:avLst/>
          </a:prstGeom>
          <a:noFill/>
          <a:ln>
            <a:noFill/>
          </a:ln>
        </p:spPr>
        <p:txBody>
          <a:bodyPr anchorCtr="0" anchor="t" bIns="0" lIns="0" spcFirstLastPara="1" rIns="0" wrap="square" tIns="12700">
            <a:spAutoFit/>
          </a:bodyPr>
          <a:lstStyle/>
          <a:p>
            <a:pPr indent="257175" lvl="0" marL="12700" marR="5080" rtl="0" algn="l">
              <a:lnSpc>
                <a:spcPct val="100000"/>
              </a:lnSpc>
              <a:spcBef>
                <a:spcPts val="0"/>
              </a:spcBef>
              <a:spcAft>
                <a:spcPts val="0"/>
              </a:spcAft>
              <a:buNone/>
            </a:pPr>
            <a:r>
              <a:rPr b="1" lang="en-US" sz="2400">
                <a:latin typeface="Calibri"/>
                <a:ea typeface="Calibri"/>
                <a:cs typeface="Calibri"/>
                <a:sym typeface="Calibri"/>
              </a:rPr>
              <a:t>Make Decisions</a:t>
            </a:r>
            <a:endParaRPr sz="2400">
              <a:latin typeface="Calibri"/>
              <a:ea typeface="Calibri"/>
              <a:cs typeface="Calibri"/>
              <a:sym typeface="Calibri"/>
            </a:endParaRPr>
          </a:p>
        </p:txBody>
      </p:sp>
      <p:pic>
        <p:nvPicPr>
          <p:cNvPr id="129" name="Google Shape;129;p6"/>
          <p:cNvPicPr preferRelativeResize="0"/>
          <p:nvPr/>
        </p:nvPicPr>
        <p:blipFill rotWithShape="1">
          <a:blip r:embed="rId10">
            <a:alphaModFix/>
          </a:blip>
          <a:srcRect b="0" l="0" r="0" t="0"/>
          <a:stretch/>
        </p:blipFill>
        <p:spPr>
          <a:xfrm>
            <a:off x="7656576" y="4299203"/>
            <a:ext cx="1616202" cy="640842"/>
          </a:xfrm>
          <a:prstGeom prst="rect">
            <a:avLst/>
          </a:prstGeom>
          <a:noFill/>
          <a:ln>
            <a:noFill/>
          </a:ln>
        </p:spPr>
      </p:pic>
      <p:sp>
        <p:nvSpPr>
          <p:cNvPr id="130" name="Google Shape;130;p6"/>
          <p:cNvSpPr txBox="1"/>
          <p:nvPr/>
        </p:nvSpPr>
        <p:spPr>
          <a:xfrm>
            <a:off x="377748" y="3354451"/>
            <a:ext cx="1384300" cy="848360"/>
          </a:xfrm>
          <a:prstGeom prst="rect">
            <a:avLst/>
          </a:prstGeom>
          <a:noFill/>
          <a:ln>
            <a:noFill/>
          </a:ln>
        </p:spPr>
        <p:txBody>
          <a:bodyPr anchorCtr="0" anchor="t" bIns="0" lIns="0" spcFirstLastPara="1" rIns="0" wrap="square" tIns="12700">
            <a:spAutoFit/>
          </a:bodyPr>
          <a:lstStyle/>
          <a:p>
            <a:pPr indent="0" lvl="0" marL="299085" marR="293370" rtl="0" algn="ctr">
              <a:lnSpc>
                <a:spcPct val="100000"/>
              </a:lnSpc>
              <a:spcBef>
                <a:spcPts val="0"/>
              </a:spcBef>
              <a:spcAft>
                <a:spcPts val="0"/>
              </a:spcAft>
              <a:buNone/>
            </a:pPr>
            <a:r>
              <a:rPr lang="en-US" sz="1800">
                <a:solidFill>
                  <a:srgbClr val="FFFFFF"/>
                </a:solidFill>
                <a:latin typeface="Calibri"/>
                <a:ea typeface="Calibri"/>
                <a:cs typeface="Calibri"/>
                <a:sym typeface="Calibri"/>
              </a:rPr>
              <a:t>Problem solving</a:t>
            </a:r>
            <a:endParaRPr sz="1800">
              <a:latin typeface="Calibri"/>
              <a:ea typeface="Calibri"/>
              <a:cs typeface="Calibri"/>
              <a:sym typeface="Calibri"/>
            </a:endParaRPr>
          </a:p>
          <a:p>
            <a:pPr indent="0" lvl="0" marL="0" rtl="0" algn="ctr">
              <a:lnSpc>
                <a:spcPct val="100000"/>
              </a:lnSpc>
              <a:spcBef>
                <a:spcPts val="0"/>
              </a:spcBef>
              <a:spcAft>
                <a:spcPts val="0"/>
              </a:spcAft>
              <a:buNone/>
            </a:pPr>
            <a:r>
              <a:rPr lang="en-US" sz="1800">
                <a:solidFill>
                  <a:srgbClr val="FFFFFF"/>
                </a:solidFill>
                <a:latin typeface="Calibri"/>
                <a:ea typeface="Calibri"/>
                <a:cs typeface="Calibri"/>
                <a:sym typeface="Calibri"/>
              </a:rPr>
              <a:t>(Game theory)</a:t>
            </a:r>
            <a:endParaRPr sz="1800">
              <a:latin typeface="Calibri"/>
              <a:ea typeface="Calibri"/>
              <a:cs typeface="Calibri"/>
              <a:sym typeface="Calibri"/>
            </a:endParaRPr>
          </a:p>
        </p:txBody>
      </p:sp>
      <p:sp>
        <p:nvSpPr>
          <p:cNvPr id="131" name="Google Shape;131;p6"/>
          <p:cNvSpPr txBox="1"/>
          <p:nvPr/>
        </p:nvSpPr>
        <p:spPr>
          <a:xfrm>
            <a:off x="6605396" y="1132459"/>
            <a:ext cx="1228725" cy="57404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800">
                <a:solidFill>
                  <a:srgbClr val="FFFFFF"/>
                </a:solidFill>
                <a:latin typeface="Calibri"/>
                <a:ea typeface="Calibri"/>
                <a:cs typeface="Calibri"/>
                <a:sym typeface="Calibri"/>
              </a:rPr>
              <a:t>Learning and Adapting by</a:t>
            </a:r>
            <a:endParaRPr sz="1800">
              <a:latin typeface="Calibri"/>
              <a:ea typeface="Calibri"/>
              <a:cs typeface="Calibri"/>
              <a:sym typeface="Calibri"/>
            </a:endParaRPr>
          </a:p>
        </p:txBody>
      </p:sp>
      <p:sp>
        <p:nvSpPr>
          <p:cNvPr id="132" name="Google Shape;132;p6"/>
          <p:cNvSpPr txBox="1"/>
          <p:nvPr/>
        </p:nvSpPr>
        <p:spPr>
          <a:xfrm>
            <a:off x="6605396" y="1681098"/>
            <a:ext cx="1638935" cy="57404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800">
                <a:solidFill>
                  <a:srgbClr val="FFFFFF"/>
                </a:solidFill>
                <a:latin typeface="Calibri"/>
                <a:ea typeface="Calibri"/>
                <a:cs typeface="Calibri"/>
                <a:sym typeface="Calibri"/>
              </a:rPr>
              <a:t>Experiences from Surroundings</a:t>
            </a:r>
            <a:endParaRPr sz="1800">
              <a:latin typeface="Calibri"/>
              <a:ea typeface="Calibri"/>
              <a:cs typeface="Calibri"/>
              <a:sym typeface="Calibri"/>
            </a:endParaRPr>
          </a:p>
        </p:txBody>
      </p:sp>
      <p:sp>
        <p:nvSpPr>
          <p:cNvPr id="133" name="Google Shape;133;p6"/>
          <p:cNvSpPr txBox="1"/>
          <p:nvPr/>
        </p:nvSpPr>
        <p:spPr>
          <a:xfrm>
            <a:off x="10046969" y="4117340"/>
            <a:ext cx="73914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solidFill>
                  <a:srgbClr val="FFFFFF"/>
                </a:solidFill>
                <a:latin typeface="Calibri"/>
                <a:ea typeface="Calibri"/>
                <a:cs typeface="Calibri"/>
                <a:sym typeface="Calibri"/>
              </a:rPr>
              <a:t>YES/NO</a:t>
            </a:r>
            <a:endParaRPr sz="18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7"/>
          <p:cNvSpPr txBox="1"/>
          <p:nvPr>
            <p:ph type="title"/>
          </p:nvPr>
        </p:nvSpPr>
        <p:spPr>
          <a:xfrm>
            <a:off x="5076190" y="660603"/>
            <a:ext cx="3566795" cy="1002030"/>
          </a:xfrm>
          <a:prstGeom prst="rect">
            <a:avLst/>
          </a:prstGeom>
          <a:noFill/>
          <a:ln>
            <a:noFill/>
          </a:ln>
        </p:spPr>
        <p:txBody>
          <a:bodyPr anchorCtr="0" anchor="t" bIns="0" lIns="0" spcFirstLastPara="1" rIns="0" wrap="square" tIns="13325">
            <a:spAutoFit/>
          </a:bodyPr>
          <a:lstStyle/>
          <a:p>
            <a:pPr indent="0" lvl="0" marL="12700" marR="5080" rtl="0" algn="l">
              <a:lnSpc>
                <a:spcPct val="100000"/>
              </a:lnSpc>
              <a:spcBef>
                <a:spcPts val="0"/>
              </a:spcBef>
              <a:spcAft>
                <a:spcPts val="0"/>
              </a:spcAft>
              <a:buNone/>
            </a:pPr>
            <a:r>
              <a:rPr lang="en-US" sz="3200">
                <a:solidFill>
                  <a:srgbClr val="FFFFFF"/>
                </a:solidFill>
              </a:rPr>
              <a:t>I can show human like intelligence</a:t>
            </a:r>
            <a:endParaRPr sz="3200"/>
          </a:p>
        </p:txBody>
      </p:sp>
      <p:pic>
        <p:nvPicPr>
          <p:cNvPr id="139" name="Google Shape;139;p7"/>
          <p:cNvPicPr preferRelativeResize="0"/>
          <p:nvPr/>
        </p:nvPicPr>
        <p:blipFill rotWithShape="1">
          <a:blip r:embed="rId3">
            <a:alphaModFix/>
          </a:blip>
          <a:srcRect b="0" l="0" r="0" t="0"/>
          <a:stretch/>
        </p:blipFill>
        <p:spPr>
          <a:xfrm>
            <a:off x="577595" y="1510283"/>
            <a:ext cx="3649979" cy="4968240"/>
          </a:xfrm>
          <a:prstGeom prst="rect">
            <a:avLst/>
          </a:prstGeom>
          <a:noFill/>
          <a:ln>
            <a:noFill/>
          </a:ln>
        </p:spPr>
      </p:pic>
      <p:grpSp>
        <p:nvGrpSpPr>
          <p:cNvPr id="140" name="Google Shape;140;p7"/>
          <p:cNvGrpSpPr/>
          <p:nvPr/>
        </p:nvGrpSpPr>
        <p:grpSpPr>
          <a:xfrm>
            <a:off x="2883407" y="1482877"/>
            <a:ext cx="3717200" cy="1763087"/>
            <a:chOff x="2883407" y="1482877"/>
            <a:chExt cx="3717200" cy="1763087"/>
          </a:xfrm>
        </p:grpSpPr>
        <p:pic>
          <p:nvPicPr>
            <p:cNvPr id="141" name="Google Shape;141;p7"/>
            <p:cNvPicPr preferRelativeResize="0"/>
            <p:nvPr/>
          </p:nvPicPr>
          <p:blipFill rotWithShape="1">
            <a:blip r:embed="rId4">
              <a:alphaModFix/>
            </a:blip>
            <a:srcRect b="0" l="0" r="0" t="0"/>
            <a:stretch/>
          </p:blipFill>
          <p:spPr>
            <a:xfrm>
              <a:off x="2883407" y="1482877"/>
              <a:ext cx="2046732" cy="574522"/>
            </a:xfrm>
            <a:prstGeom prst="rect">
              <a:avLst/>
            </a:prstGeom>
            <a:noFill/>
            <a:ln>
              <a:noFill/>
            </a:ln>
          </p:spPr>
        </p:pic>
        <p:sp>
          <p:nvSpPr>
            <p:cNvPr id="142" name="Google Shape;142;p7"/>
            <p:cNvSpPr/>
            <p:nvPr/>
          </p:nvSpPr>
          <p:spPr>
            <a:xfrm>
              <a:off x="2949701" y="1511046"/>
              <a:ext cx="1918970" cy="447675"/>
            </a:xfrm>
            <a:custGeom>
              <a:rect b="b" l="l" r="r" t="t"/>
              <a:pathLst>
                <a:path extrusionOk="0" h="447675" w="1918970">
                  <a:moveTo>
                    <a:pt x="0" y="447166"/>
                  </a:moveTo>
                  <a:lnTo>
                    <a:pt x="959485" y="447166"/>
                  </a:lnTo>
                  <a:lnTo>
                    <a:pt x="959485" y="0"/>
                  </a:lnTo>
                  <a:lnTo>
                    <a:pt x="1918970" y="0"/>
                  </a:lnTo>
                </a:path>
              </a:pathLst>
            </a:custGeom>
            <a:noFill/>
            <a:ln cap="flat" cmpd="sng" w="259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3" name="Google Shape;143;p7"/>
            <p:cNvSpPr/>
            <p:nvPr/>
          </p:nvSpPr>
          <p:spPr>
            <a:xfrm>
              <a:off x="4537493" y="1963264"/>
              <a:ext cx="2063114" cy="1282700"/>
            </a:xfrm>
            <a:custGeom>
              <a:rect b="b" l="l" r="r" t="t"/>
              <a:pathLst>
                <a:path extrusionOk="0" h="1282700" w="2063115">
                  <a:moveTo>
                    <a:pt x="1260648" y="0"/>
                  </a:moveTo>
                  <a:lnTo>
                    <a:pt x="1215094" y="4005"/>
                  </a:lnTo>
                  <a:lnTo>
                    <a:pt x="1171852" y="16245"/>
                  </a:lnTo>
                  <a:lnTo>
                    <a:pt x="1132596" y="36252"/>
                  </a:lnTo>
                  <a:lnTo>
                    <a:pt x="1098998" y="63557"/>
                  </a:lnTo>
                  <a:lnTo>
                    <a:pt x="1072731" y="97691"/>
                  </a:lnTo>
                  <a:lnTo>
                    <a:pt x="1059217" y="87150"/>
                  </a:lnTo>
                  <a:lnTo>
                    <a:pt x="1013676" y="60861"/>
                  </a:lnTo>
                  <a:lnTo>
                    <a:pt x="965977" y="44377"/>
                  </a:lnTo>
                  <a:lnTo>
                    <a:pt x="916862" y="36503"/>
                  </a:lnTo>
                  <a:lnTo>
                    <a:pt x="867711" y="36883"/>
                  </a:lnTo>
                  <a:lnTo>
                    <a:pt x="819906" y="45161"/>
                  </a:lnTo>
                  <a:lnTo>
                    <a:pt x="774827" y="60982"/>
                  </a:lnTo>
                  <a:lnTo>
                    <a:pt x="733855" y="83989"/>
                  </a:lnTo>
                  <a:lnTo>
                    <a:pt x="698373" y="113828"/>
                  </a:lnTo>
                  <a:lnTo>
                    <a:pt x="669760" y="150142"/>
                  </a:lnTo>
                  <a:lnTo>
                    <a:pt x="621317" y="130523"/>
                  </a:lnTo>
                  <a:lnTo>
                    <a:pt x="570065" y="118059"/>
                  </a:lnTo>
                  <a:lnTo>
                    <a:pt x="517098" y="112906"/>
                  </a:lnTo>
                  <a:lnTo>
                    <a:pt x="463512" y="115217"/>
                  </a:lnTo>
                  <a:lnTo>
                    <a:pt x="412309" y="124721"/>
                  </a:lnTo>
                  <a:lnTo>
                    <a:pt x="364843" y="140618"/>
                  </a:lnTo>
                  <a:lnTo>
                    <a:pt x="321683" y="162278"/>
                  </a:lnTo>
                  <a:lnTo>
                    <a:pt x="283395" y="189068"/>
                  </a:lnTo>
                  <a:lnTo>
                    <a:pt x="250549" y="220358"/>
                  </a:lnTo>
                  <a:lnTo>
                    <a:pt x="223710" y="255514"/>
                  </a:lnTo>
                  <a:lnTo>
                    <a:pt x="203448" y="293905"/>
                  </a:lnTo>
                  <a:lnTo>
                    <a:pt x="190330" y="334901"/>
                  </a:lnTo>
                  <a:lnTo>
                    <a:pt x="184923" y="377868"/>
                  </a:lnTo>
                  <a:lnTo>
                    <a:pt x="187795" y="422176"/>
                  </a:lnTo>
                  <a:lnTo>
                    <a:pt x="186017" y="426113"/>
                  </a:lnTo>
                  <a:lnTo>
                    <a:pt x="138388" y="435249"/>
                  </a:lnTo>
                  <a:lnTo>
                    <a:pt x="95117" y="453291"/>
                  </a:lnTo>
                  <a:lnTo>
                    <a:pt x="57894" y="479334"/>
                  </a:lnTo>
                  <a:lnTo>
                    <a:pt x="28410" y="512473"/>
                  </a:lnTo>
                  <a:lnTo>
                    <a:pt x="6978" y="556127"/>
                  </a:lnTo>
                  <a:lnTo>
                    <a:pt x="0" y="601477"/>
                  </a:lnTo>
                  <a:lnTo>
                    <a:pt x="6772" y="646220"/>
                  </a:lnTo>
                  <a:lnTo>
                    <a:pt x="26594" y="688053"/>
                  </a:lnTo>
                  <a:lnTo>
                    <a:pt x="58763" y="724672"/>
                  </a:lnTo>
                  <a:lnTo>
                    <a:pt x="102578" y="753773"/>
                  </a:lnTo>
                  <a:lnTo>
                    <a:pt x="75344" y="784418"/>
                  </a:lnTo>
                  <a:lnTo>
                    <a:pt x="56826" y="818909"/>
                  </a:lnTo>
                  <a:lnTo>
                    <a:pt x="47500" y="855947"/>
                  </a:lnTo>
                  <a:lnTo>
                    <a:pt x="47841" y="894235"/>
                  </a:lnTo>
                  <a:lnTo>
                    <a:pt x="58837" y="933706"/>
                  </a:lnTo>
                  <a:lnTo>
                    <a:pt x="79471" y="968883"/>
                  </a:lnTo>
                  <a:lnTo>
                    <a:pt x="108353" y="998845"/>
                  </a:lnTo>
                  <a:lnTo>
                    <a:pt x="144096" y="1022673"/>
                  </a:lnTo>
                  <a:lnTo>
                    <a:pt x="185310" y="1039449"/>
                  </a:lnTo>
                  <a:lnTo>
                    <a:pt x="230608" y="1048250"/>
                  </a:lnTo>
                  <a:lnTo>
                    <a:pt x="278600" y="1048159"/>
                  </a:lnTo>
                  <a:lnTo>
                    <a:pt x="281140" y="1051969"/>
                  </a:lnTo>
                  <a:lnTo>
                    <a:pt x="311160" y="1088757"/>
                  </a:lnTo>
                  <a:lnTo>
                    <a:pt x="344239" y="1119342"/>
                  </a:lnTo>
                  <a:lnTo>
                    <a:pt x="381174" y="1145503"/>
                  </a:lnTo>
                  <a:lnTo>
                    <a:pt x="421362" y="1167111"/>
                  </a:lnTo>
                  <a:lnTo>
                    <a:pt x="464201" y="1184040"/>
                  </a:lnTo>
                  <a:lnTo>
                    <a:pt x="509089" y="1196162"/>
                  </a:lnTo>
                  <a:lnTo>
                    <a:pt x="555424" y="1203349"/>
                  </a:lnTo>
                  <a:lnTo>
                    <a:pt x="602605" y="1205475"/>
                  </a:lnTo>
                  <a:lnTo>
                    <a:pt x="650029" y="1202411"/>
                  </a:lnTo>
                  <a:lnTo>
                    <a:pt x="697095" y="1194030"/>
                  </a:lnTo>
                  <a:lnTo>
                    <a:pt x="743200" y="1180205"/>
                  </a:lnTo>
                  <a:lnTo>
                    <a:pt x="787743" y="1160808"/>
                  </a:lnTo>
                  <a:lnTo>
                    <a:pt x="822491" y="1197545"/>
                  </a:lnTo>
                  <a:lnTo>
                    <a:pt x="863800" y="1228484"/>
                  </a:lnTo>
                  <a:lnTo>
                    <a:pt x="910705" y="1253016"/>
                  </a:lnTo>
                  <a:lnTo>
                    <a:pt x="962241" y="1270536"/>
                  </a:lnTo>
                  <a:lnTo>
                    <a:pt x="1013446" y="1279945"/>
                  </a:lnTo>
                  <a:lnTo>
                    <a:pt x="1064403" y="1282207"/>
                  </a:lnTo>
                  <a:lnTo>
                    <a:pt x="1114282" y="1277698"/>
                  </a:lnTo>
                  <a:lnTo>
                    <a:pt x="1162255" y="1266793"/>
                  </a:lnTo>
                  <a:lnTo>
                    <a:pt x="1207494" y="1249867"/>
                  </a:lnTo>
                  <a:lnTo>
                    <a:pt x="1249170" y="1227294"/>
                  </a:lnTo>
                  <a:lnTo>
                    <a:pt x="1286457" y="1199450"/>
                  </a:lnTo>
                  <a:lnTo>
                    <a:pt x="1318524" y="1166709"/>
                  </a:lnTo>
                  <a:lnTo>
                    <a:pt x="1344544" y="1129447"/>
                  </a:lnTo>
                  <a:lnTo>
                    <a:pt x="1363688" y="1088037"/>
                  </a:lnTo>
                  <a:lnTo>
                    <a:pt x="1397244" y="1103164"/>
                  </a:lnTo>
                  <a:lnTo>
                    <a:pt x="1432776" y="1114184"/>
                  </a:lnTo>
                  <a:lnTo>
                    <a:pt x="1469737" y="1120988"/>
                  </a:lnTo>
                  <a:lnTo>
                    <a:pt x="1507579" y="1123470"/>
                  </a:lnTo>
                  <a:lnTo>
                    <a:pt x="1557218" y="1120042"/>
                  </a:lnTo>
                  <a:lnTo>
                    <a:pt x="1604009" y="1109515"/>
                  </a:lnTo>
                  <a:lnTo>
                    <a:pt x="1647166" y="1092544"/>
                  </a:lnTo>
                  <a:lnTo>
                    <a:pt x="1685902" y="1069780"/>
                  </a:lnTo>
                  <a:lnTo>
                    <a:pt x="1719428" y="1041878"/>
                  </a:lnTo>
                  <a:lnTo>
                    <a:pt x="1746960" y="1009490"/>
                  </a:lnTo>
                  <a:lnTo>
                    <a:pt x="1767708" y="973271"/>
                  </a:lnTo>
                  <a:lnTo>
                    <a:pt x="1780887" y="933873"/>
                  </a:lnTo>
                  <a:lnTo>
                    <a:pt x="1785709" y="891949"/>
                  </a:lnTo>
                  <a:lnTo>
                    <a:pt x="1826325" y="884714"/>
                  </a:lnTo>
                  <a:lnTo>
                    <a:pt x="1865370" y="873217"/>
                  </a:lnTo>
                  <a:lnTo>
                    <a:pt x="1902366" y="857624"/>
                  </a:lnTo>
                  <a:lnTo>
                    <a:pt x="1936839" y="838101"/>
                  </a:lnTo>
                  <a:lnTo>
                    <a:pt x="1975848" y="808222"/>
                  </a:lnTo>
                  <a:lnTo>
                    <a:pt x="2007833" y="774353"/>
                  </a:lnTo>
                  <a:lnTo>
                    <a:pt x="2032671" y="737286"/>
                  </a:lnTo>
                  <a:lnTo>
                    <a:pt x="2050243" y="697810"/>
                  </a:lnTo>
                  <a:lnTo>
                    <a:pt x="2060426" y="656714"/>
                  </a:lnTo>
                  <a:lnTo>
                    <a:pt x="2063099" y="614787"/>
                  </a:lnTo>
                  <a:lnTo>
                    <a:pt x="2058142" y="572818"/>
                  </a:lnTo>
                  <a:lnTo>
                    <a:pt x="2045433" y="531599"/>
                  </a:lnTo>
                  <a:lnTo>
                    <a:pt x="2024851" y="491916"/>
                  </a:lnTo>
                  <a:lnTo>
                    <a:pt x="1996275" y="454561"/>
                  </a:lnTo>
                  <a:lnTo>
                    <a:pt x="1999636" y="447562"/>
                  </a:lnTo>
                  <a:lnTo>
                    <a:pt x="2002688" y="440480"/>
                  </a:lnTo>
                  <a:lnTo>
                    <a:pt x="2005455" y="433327"/>
                  </a:lnTo>
                  <a:lnTo>
                    <a:pt x="2007959" y="426113"/>
                  </a:lnTo>
                  <a:lnTo>
                    <a:pt x="2016419" y="383018"/>
                  </a:lnTo>
                  <a:lnTo>
                    <a:pt x="2014652" y="340644"/>
                  </a:lnTo>
                  <a:lnTo>
                    <a:pt x="2003376" y="300060"/>
                  </a:lnTo>
                  <a:lnTo>
                    <a:pt x="1983305" y="262331"/>
                  </a:lnTo>
                  <a:lnTo>
                    <a:pt x="1955156" y="228525"/>
                  </a:lnTo>
                  <a:lnTo>
                    <a:pt x="1919644" y="199710"/>
                  </a:lnTo>
                  <a:lnTo>
                    <a:pt x="1877486" y="176952"/>
                  </a:lnTo>
                  <a:lnTo>
                    <a:pt x="1829397" y="161318"/>
                  </a:lnTo>
                  <a:lnTo>
                    <a:pt x="1818923" y="128683"/>
                  </a:lnTo>
                  <a:lnTo>
                    <a:pt x="1779355" y="70700"/>
                  </a:lnTo>
                  <a:lnTo>
                    <a:pt x="1712486" y="24179"/>
                  </a:lnTo>
                  <a:lnTo>
                    <a:pt x="1670571" y="9133"/>
                  </a:lnTo>
                  <a:lnTo>
                    <a:pt x="1626734" y="1409"/>
                  </a:lnTo>
                  <a:lnTo>
                    <a:pt x="1582287" y="917"/>
                  </a:lnTo>
                  <a:lnTo>
                    <a:pt x="1538542" y="7570"/>
                  </a:lnTo>
                  <a:lnTo>
                    <a:pt x="1496812" y="21277"/>
                  </a:lnTo>
                  <a:lnTo>
                    <a:pt x="1458410" y="41949"/>
                  </a:lnTo>
                  <a:lnTo>
                    <a:pt x="1424648" y="69497"/>
                  </a:lnTo>
                  <a:lnTo>
                    <a:pt x="1409154" y="54182"/>
                  </a:lnTo>
                  <a:lnTo>
                    <a:pt x="1391755" y="40510"/>
                  </a:lnTo>
                  <a:lnTo>
                    <a:pt x="1372641" y="28599"/>
                  </a:lnTo>
                  <a:lnTo>
                    <a:pt x="1352004" y="18570"/>
                  </a:lnTo>
                  <a:lnTo>
                    <a:pt x="1306843" y="4699"/>
                  </a:lnTo>
                  <a:lnTo>
                    <a:pt x="1260648"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4" name="Google Shape;144;p7"/>
            <p:cNvSpPr/>
            <p:nvPr/>
          </p:nvSpPr>
          <p:spPr>
            <a:xfrm>
              <a:off x="4537493" y="1963264"/>
              <a:ext cx="2063114" cy="1282700"/>
            </a:xfrm>
            <a:custGeom>
              <a:rect b="b" l="l" r="r" t="t"/>
              <a:pathLst>
                <a:path extrusionOk="0" h="1282700" w="2063115">
                  <a:moveTo>
                    <a:pt x="187795" y="422176"/>
                  </a:moveTo>
                  <a:lnTo>
                    <a:pt x="184923" y="377868"/>
                  </a:lnTo>
                  <a:lnTo>
                    <a:pt x="190330" y="334901"/>
                  </a:lnTo>
                  <a:lnTo>
                    <a:pt x="203448" y="293905"/>
                  </a:lnTo>
                  <a:lnTo>
                    <a:pt x="223710" y="255514"/>
                  </a:lnTo>
                  <a:lnTo>
                    <a:pt x="250549" y="220358"/>
                  </a:lnTo>
                  <a:lnTo>
                    <a:pt x="283395" y="189068"/>
                  </a:lnTo>
                  <a:lnTo>
                    <a:pt x="321683" y="162278"/>
                  </a:lnTo>
                  <a:lnTo>
                    <a:pt x="364843" y="140618"/>
                  </a:lnTo>
                  <a:lnTo>
                    <a:pt x="412309" y="124721"/>
                  </a:lnTo>
                  <a:lnTo>
                    <a:pt x="463512" y="115217"/>
                  </a:lnTo>
                  <a:lnTo>
                    <a:pt x="517098" y="112906"/>
                  </a:lnTo>
                  <a:lnTo>
                    <a:pt x="570065" y="118059"/>
                  </a:lnTo>
                  <a:lnTo>
                    <a:pt x="621317" y="130523"/>
                  </a:lnTo>
                  <a:lnTo>
                    <a:pt x="669760" y="150142"/>
                  </a:lnTo>
                  <a:lnTo>
                    <a:pt x="698373" y="113828"/>
                  </a:lnTo>
                  <a:lnTo>
                    <a:pt x="733855" y="83989"/>
                  </a:lnTo>
                  <a:lnTo>
                    <a:pt x="774827" y="60982"/>
                  </a:lnTo>
                  <a:lnTo>
                    <a:pt x="819906" y="45161"/>
                  </a:lnTo>
                  <a:lnTo>
                    <a:pt x="867711" y="36883"/>
                  </a:lnTo>
                  <a:lnTo>
                    <a:pt x="916862" y="36503"/>
                  </a:lnTo>
                  <a:lnTo>
                    <a:pt x="965977" y="44377"/>
                  </a:lnTo>
                  <a:lnTo>
                    <a:pt x="1013676" y="60861"/>
                  </a:lnTo>
                  <a:lnTo>
                    <a:pt x="1059217" y="87150"/>
                  </a:lnTo>
                  <a:lnTo>
                    <a:pt x="1072731" y="97691"/>
                  </a:lnTo>
                  <a:lnTo>
                    <a:pt x="1098998" y="63557"/>
                  </a:lnTo>
                  <a:lnTo>
                    <a:pt x="1132596" y="36252"/>
                  </a:lnTo>
                  <a:lnTo>
                    <a:pt x="1171852" y="16245"/>
                  </a:lnTo>
                  <a:lnTo>
                    <a:pt x="1215094" y="4005"/>
                  </a:lnTo>
                  <a:lnTo>
                    <a:pt x="1260648" y="0"/>
                  </a:lnTo>
                  <a:lnTo>
                    <a:pt x="1306843" y="4699"/>
                  </a:lnTo>
                  <a:lnTo>
                    <a:pt x="1352004" y="18570"/>
                  </a:lnTo>
                  <a:lnTo>
                    <a:pt x="1391755" y="40510"/>
                  </a:lnTo>
                  <a:lnTo>
                    <a:pt x="1424648" y="69497"/>
                  </a:lnTo>
                  <a:lnTo>
                    <a:pt x="1458410" y="41949"/>
                  </a:lnTo>
                  <a:lnTo>
                    <a:pt x="1496812" y="21277"/>
                  </a:lnTo>
                  <a:lnTo>
                    <a:pt x="1538542" y="7570"/>
                  </a:lnTo>
                  <a:lnTo>
                    <a:pt x="1582287" y="917"/>
                  </a:lnTo>
                  <a:lnTo>
                    <a:pt x="1626734" y="1409"/>
                  </a:lnTo>
                  <a:lnTo>
                    <a:pt x="1670571" y="9133"/>
                  </a:lnTo>
                  <a:lnTo>
                    <a:pt x="1712486" y="24179"/>
                  </a:lnTo>
                  <a:lnTo>
                    <a:pt x="1751165" y="46637"/>
                  </a:lnTo>
                  <a:lnTo>
                    <a:pt x="1802092" y="98263"/>
                  </a:lnTo>
                  <a:lnTo>
                    <a:pt x="1829397" y="161318"/>
                  </a:lnTo>
                  <a:lnTo>
                    <a:pt x="1877486" y="176952"/>
                  </a:lnTo>
                  <a:lnTo>
                    <a:pt x="1919644" y="199710"/>
                  </a:lnTo>
                  <a:lnTo>
                    <a:pt x="1955156" y="228525"/>
                  </a:lnTo>
                  <a:lnTo>
                    <a:pt x="1983305" y="262331"/>
                  </a:lnTo>
                  <a:lnTo>
                    <a:pt x="2003376" y="300060"/>
                  </a:lnTo>
                  <a:lnTo>
                    <a:pt x="2014652" y="340644"/>
                  </a:lnTo>
                  <a:lnTo>
                    <a:pt x="2016419" y="383018"/>
                  </a:lnTo>
                  <a:lnTo>
                    <a:pt x="2007959" y="426113"/>
                  </a:lnTo>
                  <a:lnTo>
                    <a:pt x="2005455" y="433327"/>
                  </a:lnTo>
                  <a:lnTo>
                    <a:pt x="2002688" y="440480"/>
                  </a:lnTo>
                  <a:lnTo>
                    <a:pt x="1999636" y="447562"/>
                  </a:lnTo>
                  <a:lnTo>
                    <a:pt x="1996275" y="454561"/>
                  </a:lnTo>
                  <a:lnTo>
                    <a:pt x="2024851" y="491916"/>
                  </a:lnTo>
                  <a:lnTo>
                    <a:pt x="2045433" y="531599"/>
                  </a:lnTo>
                  <a:lnTo>
                    <a:pt x="2058142" y="572818"/>
                  </a:lnTo>
                  <a:lnTo>
                    <a:pt x="2063099" y="614787"/>
                  </a:lnTo>
                  <a:lnTo>
                    <a:pt x="2060426" y="656714"/>
                  </a:lnTo>
                  <a:lnTo>
                    <a:pt x="2050243" y="697810"/>
                  </a:lnTo>
                  <a:lnTo>
                    <a:pt x="2032671" y="737286"/>
                  </a:lnTo>
                  <a:lnTo>
                    <a:pt x="2007833" y="774353"/>
                  </a:lnTo>
                  <a:lnTo>
                    <a:pt x="1975848" y="808222"/>
                  </a:lnTo>
                  <a:lnTo>
                    <a:pt x="1936839" y="838101"/>
                  </a:lnTo>
                  <a:lnTo>
                    <a:pt x="1902366" y="857624"/>
                  </a:lnTo>
                  <a:lnTo>
                    <a:pt x="1865370" y="873217"/>
                  </a:lnTo>
                  <a:lnTo>
                    <a:pt x="1826325" y="884714"/>
                  </a:lnTo>
                  <a:lnTo>
                    <a:pt x="1785709" y="891949"/>
                  </a:lnTo>
                  <a:lnTo>
                    <a:pt x="1780887" y="933873"/>
                  </a:lnTo>
                  <a:lnTo>
                    <a:pt x="1767708" y="973271"/>
                  </a:lnTo>
                  <a:lnTo>
                    <a:pt x="1746960" y="1009490"/>
                  </a:lnTo>
                  <a:lnTo>
                    <a:pt x="1719428" y="1041878"/>
                  </a:lnTo>
                  <a:lnTo>
                    <a:pt x="1685902" y="1069780"/>
                  </a:lnTo>
                  <a:lnTo>
                    <a:pt x="1647166" y="1092544"/>
                  </a:lnTo>
                  <a:lnTo>
                    <a:pt x="1604009" y="1109515"/>
                  </a:lnTo>
                  <a:lnTo>
                    <a:pt x="1557218" y="1120042"/>
                  </a:lnTo>
                  <a:lnTo>
                    <a:pt x="1507579" y="1123470"/>
                  </a:lnTo>
                  <a:lnTo>
                    <a:pt x="1469737" y="1120988"/>
                  </a:lnTo>
                  <a:lnTo>
                    <a:pt x="1432776" y="1114184"/>
                  </a:lnTo>
                  <a:lnTo>
                    <a:pt x="1397244" y="1103164"/>
                  </a:lnTo>
                  <a:lnTo>
                    <a:pt x="1363688" y="1088037"/>
                  </a:lnTo>
                  <a:lnTo>
                    <a:pt x="1344544" y="1129447"/>
                  </a:lnTo>
                  <a:lnTo>
                    <a:pt x="1318524" y="1166709"/>
                  </a:lnTo>
                  <a:lnTo>
                    <a:pt x="1286457" y="1199450"/>
                  </a:lnTo>
                  <a:lnTo>
                    <a:pt x="1249170" y="1227294"/>
                  </a:lnTo>
                  <a:lnTo>
                    <a:pt x="1207494" y="1249867"/>
                  </a:lnTo>
                  <a:lnTo>
                    <a:pt x="1162255" y="1266793"/>
                  </a:lnTo>
                  <a:lnTo>
                    <a:pt x="1114282" y="1277698"/>
                  </a:lnTo>
                  <a:lnTo>
                    <a:pt x="1064403" y="1282207"/>
                  </a:lnTo>
                  <a:lnTo>
                    <a:pt x="1013446" y="1279945"/>
                  </a:lnTo>
                  <a:lnTo>
                    <a:pt x="962241" y="1270536"/>
                  </a:lnTo>
                  <a:lnTo>
                    <a:pt x="910705" y="1253016"/>
                  </a:lnTo>
                  <a:lnTo>
                    <a:pt x="863800" y="1228484"/>
                  </a:lnTo>
                  <a:lnTo>
                    <a:pt x="822491" y="1197545"/>
                  </a:lnTo>
                  <a:lnTo>
                    <a:pt x="787743" y="1160808"/>
                  </a:lnTo>
                  <a:lnTo>
                    <a:pt x="743200" y="1180205"/>
                  </a:lnTo>
                  <a:lnTo>
                    <a:pt x="697095" y="1194030"/>
                  </a:lnTo>
                  <a:lnTo>
                    <a:pt x="650029" y="1202411"/>
                  </a:lnTo>
                  <a:lnTo>
                    <a:pt x="602605" y="1205475"/>
                  </a:lnTo>
                  <a:lnTo>
                    <a:pt x="555424" y="1203349"/>
                  </a:lnTo>
                  <a:lnTo>
                    <a:pt x="509089" y="1196162"/>
                  </a:lnTo>
                  <a:lnTo>
                    <a:pt x="464201" y="1184040"/>
                  </a:lnTo>
                  <a:lnTo>
                    <a:pt x="421362" y="1167111"/>
                  </a:lnTo>
                  <a:lnTo>
                    <a:pt x="381174" y="1145503"/>
                  </a:lnTo>
                  <a:lnTo>
                    <a:pt x="344239" y="1119342"/>
                  </a:lnTo>
                  <a:lnTo>
                    <a:pt x="311160" y="1088757"/>
                  </a:lnTo>
                  <a:lnTo>
                    <a:pt x="282537" y="1053874"/>
                  </a:lnTo>
                  <a:lnTo>
                    <a:pt x="278600" y="1048159"/>
                  </a:lnTo>
                  <a:lnTo>
                    <a:pt x="230608" y="1048250"/>
                  </a:lnTo>
                  <a:lnTo>
                    <a:pt x="185310" y="1039449"/>
                  </a:lnTo>
                  <a:lnTo>
                    <a:pt x="144096" y="1022673"/>
                  </a:lnTo>
                  <a:lnTo>
                    <a:pt x="108353" y="998845"/>
                  </a:lnTo>
                  <a:lnTo>
                    <a:pt x="79471" y="968883"/>
                  </a:lnTo>
                  <a:lnTo>
                    <a:pt x="58837" y="933706"/>
                  </a:lnTo>
                  <a:lnTo>
                    <a:pt x="47841" y="894235"/>
                  </a:lnTo>
                  <a:lnTo>
                    <a:pt x="47500" y="855947"/>
                  </a:lnTo>
                  <a:lnTo>
                    <a:pt x="56826" y="818909"/>
                  </a:lnTo>
                  <a:lnTo>
                    <a:pt x="75344" y="784418"/>
                  </a:lnTo>
                  <a:lnTo>
                    <a:pt x="102578" y="753773"/>
                  </a:lnTo>
                  <a:lnTo>
                    <a:pt x="58763" y="724672"/>
                  </a:lnTo>
                  <a:lnTo>
                    <a:pt x="26594" y="688053"/>
                  </a:lnTo>
                  <a:lnTo>
                    <a:pt x="6772" y="646220"/>
                  </a:lnTo>
                  <a:lnTo>
                    <a:pt x="0" y="601477"/>
                  </a:lnTo>
                  <a:lnTo>
                    <a:pt x="6978" y="556127"/>
                  </a:lnTo>
                  <a:lnTo>
                    <a:pt x="28410" y="512473"/>
                  </a:lnTo>
                  <a:lnTo>
                    <a:pt x="57894" y="479334"/>
                  </a:lnTo>
                  <a:lnTo>
                    <a:pt x="95117" y="453291"/>
                  </a:lnTo>
                  <a:lnTo>
                    <a:pt x="138388" y="435249"/>
                  </a:lnTo>
                  <a:lnTo>
                    <a:pt x="186017" y="426113"/>
                  </a:lnTo>
                  <a:lnTo>
                    <a:pt x="187795" y="422176"/>
                  </a:lnTo>
                  <a:close/>
                </a:path>
                <a:path extrusionOk="0" h="1282700" w="2063115">
                  <a:moveTo>
                    <a:pt x="225514" y="772442"/>
                  </a:moveTo>
                  <a:lnTo>
                    <a:pt x="193998" y="772484"/>
                  </a:lnTo>
                  <a:lnTo>
                    <a:pt x="163030" y="768490"/>
                  </a:lnTo>
                  <a:lnTo>
                    <a:pt x="133109" y="760566"/>
                  </a:lnTo>
                  <a:lnTo>
                    <a:pt x="104737" y="748820"/>
                  </a:lnTo>
                </a:path>
                <a:path extrusionOk="0" h="1282700" w="2063115">
                  <a:moveTo>
                    <a:pt x="332194" y="1031268"/>
                  </a:moveTo>
                  <a:lnTo>
                    <a:pt x="319295" y="1035195"/>
                  </a:lnTo>
                  <a:lnTo>
                    <a:pt x="306159" y="1038396"/>
                  </a:lnTo>
                  <a:lnTo>
                    <a:pt x="292832" y="1040859"/>
                  </a:lnTo>
                  <a:lnTo>
                    <a:pt x="279362" y="1042571"/>
                  </a:lnTo>
                </a:path>
                <a:path extrusionOk="0" h="1282700" w="2063115">
                  <a:moveTo>
                    <a:pt x="787616" y="1155601"/>
                  </a:moveTo>
                  <a:lnTo>
                    <a:pt x="778476" y="1143221"/>
                  </a:lnTo>
                  <a:lnTo>
                    <a:pt x="770122" y="1130471"/>
                  </a:lnTo>
                  <a:lnTo>
                    <a:pt x="762577" y="1117364"/>
                  </a:lnTo>
                  <a:lnTo>
                    <a:pt x="755866" y="1103912"/>
                  </a:lnTo>
                </a:path>
                <a:path extrusionOk="0" h="1282700" w="2063115">
                  <a:moveTo>
                    <a:pt x="1376642" y="1026823"/>
                  </a:moveTo>
                  <a:lnTo>
                    <a:pt x="1374783" y="1041174"/>
                  </a:lnTo>
                  <a:lnTo>
                    <a:pt x="1372054" y="1055430"/>
                  </a:lnTo>
                  <a:lnTo>
                    <a:pt x="1368444" y="1069543"/>
                  </a:lnTo>
                  <a:lnTo>
                    <a:pt x="1363942" y="1083465"/>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45" name="Google Shape;145;p7"/>
            <p:cNvPicPr preferRelativeResize="0"/>
            <p:nvPr/>
          </p:nvPicPr>
          <p:blipFill rotWithShape="1">
            <a:blip r:embed="rId5">
              <a:alphaModFix/>
            </a:blip>
            <a:srcRect b="0" l="0" r="0" t="0"/>
            <a:stretch/>
          </p:blipFill>
          <p:spPr>
            <a:xfrm>
              <a:off x="6157086" y="2630169"/>
              <a:ext cx="174878" cy="231520"/>
            </a:xfrm>
            <a:prstGeom prst="rect">
              <a:avLst/>
            </a:prstGeom>
            <a:noFill/>
            <a:ln>
              <a:noFill/>
            </a:ln>
          </p:spPr>
        </p:pic>
        <p:sp>
          <p:nvSpPr>
            <p:cNvPr id="146" name="Google Shape;146;p7"/>
            <p:cNvSpPr/>
            <p:nvPr/>
          </p:nvSpPr>
          <p:spPr>
            <a:xfrm>
              <a:off x="4725288" y="2028570"/>
              <a:ext cx="1807845" cy="465455"/>
            </a:xfrm>
            <a:custGeom>
              <a:rect b="b" l="l" r="r" t="t"/>
              <a:pathLst>
                <a:path extrusionOk="0" h="465455" w="1807845">
                  <a:moveTo>
                    <a:pt x="1807464" y="386079"/>
                  </a:moveTo>
                  <a:lnTo>
                    <a:pt x="1794402" y="408358"/>
                  </a:lnTo>
                  <a:lnTo>
                    <a:pt x="1778412" y="429148"/>
                  </a:lnTo>
                  <a:lnTo>
                    <a:pt x="1759708" y="448248"/>
                  </a:lnTo>
                  <a:lnTo>
                    <a:pt x="1738502" y="465454"/>
                  </a:lnTo>
                </a:path>
                <a:path extrusionOk="0" h="465455" w="1807845">
                  <a:moveTo>
                    <a:pt x="1641856" y="91566"/>
                  </a:moveTo>
                  <a:lnTo>
                    <a:pt x="1643572" y="100849"/>
                  </a:lnTo>
                  <a:lnTo>
                    <a:pt x="1644729" y="110204"/>
                  </a:lnTo>
                  <a:lnTo>
                    <a:pt x="1645338" y="119606"/>
                  </a:lnTo>
                  <a:lnTo>
                    <a:pt x="1645412" y="129031"/>
                  </a:lnTo>
                </a:path>
                <a:path extrusionOk="0" h="465455" w="1807845">
                  <a:moveTo>
                    <a:pt x="1200785" y="47751"/>
                  </a:moveTo>
                  <a:lnTo>
                    <a:pt x="1208089" y="35022"/>
                  </a:lnTo>
                  <a:lnTo>
                    <a:pt x="1216453" y="22780"/>
                  </a:lnTo>
                  <a:lnTo>
                    <a:pt x="1225841" y="11086"/>
                  </a:lnTo>
                  <a:lnTo>
                    <a:pt x="1236218" y="0"/>
                  </a:lnTo>
                </a:path>
                <a:path extrusionOk="0" h="465455" w="1807845">
                  <a:moveTo>
                    <a:pt x="869950" y="70612"/>
                  </a:moveTo>
                  <a:lnTo>
                    <a:pt x="873093" y="59947"/>
                  </a:lnTo>
                  <a:lnTo>
                    <a:pt x="876998" y="49498"/>
                  </a:lnTo>
                  <a:lnTo>
                    <a:pt x="881665" y="39286"/>
                  </a:lnTo>
                  <a:lnTo>
                    <a:pt x="887095" y="29337"/>
                  </a:lnTo>
                </a:path>
                <a:path extrusionOk="0" h="465455" w="1807845">
                  <a:moveTo>
                    <a:pt x="481711" y="84581"/>
                  </a:moveTo>
                  <a:lnTo>
                    <a:pt x="498252" y="93386"/>
                  </a:lnTo>
                  <a:lnTo>
                    <a:pt x="514127" y="103012"/>
                  </a:lnTo>
                  <a:lnTo>
                    <a:pt x="529288" y="113424"/>
                  </a:lnTo>
                  <a:lnTo>
                    <a:pt x="543687" y="124587"/>
                  </a:lnTo>
                </a:path>
                <a:path extrusionOk="0" h="465455" w="1807845">
                  <a:moveTo>
                    <a:pt x="10795" y="398906"/>
                  </a:moveTo>
                  <a:lnTo>
                    <a:pt x="7340" y="388552"/>
                  </a:lnTo>
                  <a:lnTo>
                    <a:pt x="4397" y="378078"/>
                  </a:lnTo>
                  <a:lnTo>
                    <a:pt x="1954" y="367510"/>
                  </a:lnTo>
                  <a:lnTo>
                    <a:pt x="0" y="356869"/>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47" name="Google Shape;147;p7"/>
          <p:cNvSpPr txBox="1"/>
          <p:nvPr/>
        </p:nvSpPr>
        <p:spPr>
          <a:xfrm>
            <a:off x="5118608" y="2354021"/>
            <a:ext cx="746760" cy="3917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400">
                <a:latin typeface="Calibri"/>
                <a:ea typeface="Calibri"/>
                <a:cs typeface="Calibri"/>
                <a:sym typeface="Calibri"/>
              </a:rPr>
              <a:t>Think</a:t>
            </a:r>
            <a:endParaRPr sz="2400">
              <a:latin typeface="Calibri"/>
              <a:ea typeface="Calibri"/>
              <a:cs typeface="Calibri"/>
              <a:sym typeface="Calibri"/>
            </a:endParaRPr>
          </a:p>
        </p:txBody>
      </p:sp>
      <p:pic>
        <p:nvPicPr>
          <p:cNvPr id="148" name="Google Shape;148;p7"/>
          <p:cNvPicPr preferRelativeResize="0"/>
          <p:nvPr/>
        </p:nvPicPr>
        <p:blipFill rotWithShape="1">
          <a:blip r:embed="rId6">
            <a:alphaModFix/>
          </a:blip>
          <a:srcRect b="0" l="0" r="0" t="0"/>
          <a:stretch/>
        </p:blipFill>
        <p:spPr>
          <a:xfrm>
            <a:off x="4946903" y="2293620"/>
            <a:ext cx="1094994" cy="640841"/>
          </a:xfrm>
          <a:prstGeom prst="rect">
            <a:avLst/>
          </a:prstGeom>
          <a:noFill/>
          <a:ln>
            <a:noFill/>
          </a:ln>
        </p:spPr>
      </p:pic>
      <p:grpSp>
        <p:nvGrpSpPr>
          <p:cNvPr id="149" name="Google Shape;149;p7"/>
          <p:cNvGrpSpPr/>
          <p:nvPr/>
        </p:nvGrpSpPr>
        <p:grpSpPr>
          <a:xfrm>
            <a:off x="3721056" y="3842356"/>
            <a:ext cx="2296160" cy="1282700"/>
            <a:chOff x="3721056" y="3842356"/>
            <a:chExt cx="2296160" cy="1282700"/>
          </a:xfrm>
        </p:grpSpPr>
        <p:sp>
          <p:nvSpPr>
            <p:cNvPr id="150" name="Google Shape;150;p7"/>
            <p:cNvSpPr/>
            <p:nvPr/>
          </p:nvSpPr>
          <p:spPr>
            <a:xfrm>
              <a:off x="3721056" y="3842356"/>
              <a:ext cx="2296160" cy="1282700"/>
            </a:xfrm>
            <a:custGeom>
              <a:rect b="b" l="l" r="r" t="t"/>
              <a:pathLst>
                <a:path extrusionOk="0" h="1282700" w="2296160">
                  <a:moveTo>
                    <a:pt x="1402649" y="0"/>
                  </a:moveTo>
                  <a:lnTo>
                    <a:pt x="1351946" y="4005"/>
                  </a:lnTo>
                  <a:lnTo>
                    <a:pt x="1303827" y="16245"/>
                  </a:lnTo>
                  <a:lnTo>
                    <a:pt x="1260153" y="36252"/>
                  </a:lnTo>
                  <a:lnTo>
                    <a:pt x="1222787" y="63557"/>
                  </a:lnTo>
                  <a:lnTo>
                    <a:pt x="1193589" y="97691"/>
                  </a:lnTo>
                  <a:lnTo>
                    <a:pt x="1178452" y="87150"/>
                  </a:lnTo>
                  <a:lnTo>
                    <a:pt x="1127803" y="60861"/>
                  </a:lnTo>
                  <a:lnTo>
                    <a:pt x="1080697" y="45777"/>
                  </a:lnTo>
                  <a:lnTo>
                    <a:pt x="1032213" y="37527"/>
                  </a:lnTo>
                  <a:lnTo>
                    <a:pt x="983432" y="35861"/>
                  </a:lnTo>
                  <a:lnTo>
                    <a:pt x="935432" y="40530"/>
                  </a:lnTo>
                  <a:lnTo>
                    <a:pt x="889291" y="51282"/>
                  </a:lnTo>
                  <a:lnTo>
                    <a:pt x="846089" y="67870"/>
                  </a:lnTo>
                  <a:lnTo>
                    <a:pt x="806903" y="90042"/>
                  </a:lnTo>
                  <a:lnTo>
                    <a:pt x="772814" y="117550"/>
                  </a:lnTo>
                  <a:lnTo>
                    <a:pt x="744898" y="150142"/>
                  </a:lnTo>
                  <a:lnTo>
                    <a:pt x="702072" y="133879"/>
                  </a:lnTo>
                  <a:lnTo>
                    <a:pt x="657069" y="122176"/>
                  </a:lnTo>
                  <a:lnTo>
                    <a:pt x="610518" y="115112"/>
                  </a:lnTo>
                  <a:lnTo>
                    <a:pt x="563046" y="112766"/>
                  </a:lnTo>
                  <a:lnTo>
                    <a:pt x="515282" y="115217"/>
                  </a:lnTo>
                  <a:lnTo>
                    <a:pt x="463306" y="123583"/>
                  </a:lnTo>
                  <a:lnTo>
                    <a:pt x="414720" y="137281"/>
                  </a:lnTo>
                  <a:lnTo>
                    <a:pt x="369999" y="155836"/>
                  </a:lnTo>
                  <a:lnTo>
                    <a:pt x="329618" y="178773"/>
                  </a:lnTo>
                  <a:lnTo>
                    <a:pt x="294051" y="205618"/>
                  </a:lnTo>
                  <a:lnTo>
                    <a:pt x="263772" y="235896"/>
                  </a:lnTo>
                  <a:lnTo>
                    <a:pt x="239257" y="269133"/>
                  </a:lnTo>
                  <a:lnTo>
                    <a:pt x="220980" y="304854"/>
                  </a:lnTo>
                  <a:lnTo>
                    <a:pt x="209416" y="342585"/>
                  </a:lnTo>
                  <a:lnTo>
                    <a:pt x="205039" y="381851"/>
                  </a:lnTo>
                  <a:lnTo>
                    <a:pt x="208323" y="422176"/>
                  </a:lnTo>
                  <a:lnTo>
                    <a:pt x="206418" y="426113"/>
                  </a:lnTo>
                  <a:lnTo>
                    <a:pt x="153386" y="435249"/>
                  </a:lnTo>
                  <a:lnTo>
                    <a:pt x="105247" y="453291"/>
                  </a:lnTo>
                  <a:lnTo>
                    <a:pt x="63847" y="479334"/>
                  </a:lnTo>
                  <a:lnTo>
                    <a:pt x="31031" y="512473"/>
                  </a:lnTo>
                  <a:lnTo>
                    <a:pt x="9558" y="549733"/>
                  </a:lnTo>
                  <a:lnTo>
                    <a:pt x="0" y="588481"/>
                  </a:lnTo>
                  <a:lnTo>
                    <a:pt x="1860" y="627267"/>
                  </a:lnTo>
                  <a:lnTo>
                    <a:pt x="14643" y="664639"/>
                  </a:lnTo>
                  <a:lnTo>
                    <a:pt x="37855" y="699149"/>
                  </a:lnTo>
                  <a:lnTo>
                    <a:pt x="71000" y="729343"/>
                  </a:lnTo>
                  <a:lnTo>
                    <a:pt x="113581" y="753773"/>
                  </a:lnTo>
                  <a:lnTo>
                    <a:pt x="83268" y="784418"/>
                  </a:lnTo>
                  <a:lnTo>
                    <a:pt x="62622" y="818909"/>
                  </a:lnTo>
                  <a:lnTo>
                    <a:pt x="52216" y="855947"/>
                  </a:lnTo>
                  <a:lnTo>
                    <a:pt x="52621" y="894235"/>
                  </a:lnTo>
                  <a:lnTo>
                    <a:pt x="64867" y="933706"/>
                  </a:lnTo>
                  <a:lnTo>
                    <a:pt x="87838" y="968883"/>
                  </a:lnTo>
                  <a:lnTo>
                    <a:pt x="119992" y="998845"/>
                  </a:lnTo>
                  <a:lnTo>
                    <a:pt x="159783" y="1022673"/>
                  </a:lnTo>
                  <a:lnTo>
                    <a:pt x="205667" y="1039449"/>
                  </a:lnTo>
                  <a:lnTo>
                    <a:pt x="256102" y="1048250"/>
                  </a:lnTo>
                  <a:lnTo>
                    <a:pt x="309542" y="1048159"/>
                  </a:lnTo>
                  <a:lnTo>
                    <a:pt x="313860" y="1053874"/>
                  </a:lnTo>
                  <a:lnTo>
                    <a:pt x="343078" y="1086225"/>
                  </a:lnTo>
                  <a:lnTo>
                    <a:pt x="376570" y="1114922"/>
                  </a:lnTo>
                  <a:lnTo>
                    <a:pt x="413810" y="1139865"/>
                  </a:lnTo>
                  <a:lnTo>
                    <a:pt x="454270" y="1160955"/>
                  </a:lnTo>
                  <a:lnTo>
                    <a:pt x="497424" y="1178091"/>
                  </a:lnTo>
                  <a:lnTo>
                    <a:pt x="542743" y="1191173"/>
                  </a:lnTo>
                  <a:lnTo>
                    <a:pt x="589701" y="1200100"/>
                  </a:lnTo>
                  <a:lnTo>
                    <a:pt x="637771" y="1204773"/>
                  </a:lnTo>
                  <a:lnTo>
                    <a:pt x="686426" y="1205091"/>
                  </a:lnTo>
                  <a:lnTo>
                    <a:pt x="735137" y="1200953"/>
                  </a:lnTo>
                  <a:lnTo>
                    <a:pt x="783379" y="1192261"/>
                  </a:lnTo>
                  <a:lnTo>
                    <a:pt x="830623" y="1178912"/>
                  </a:lnTo>
                  <a:lnTo>
                    <a:pt x="876343" y="1160808"/>
                  </a:lnTo>
                  <a:lnTo>
                    <a:pt x="906608" y="1190642"/>
                  </a:lnTo>
                  <a:lnTo>
                    <a:pt x="941707" y="1216843"/>
                  </a:lnTo>
                  <a:lnTo>
                    <a:pt x="981079" y="1239099"/>
                  </a:lnTo>
                  <a:lnTo>
                    <a:pt x="1024163" y="1257101"/>
                  </a:lnTo>
                  <a:lnTo>
                    <a:pt x="1070399" y="1270536"/>
                  </a:lnTo>
                  <a:lnTo>
                    <a:pt x="1122226" y="1279390"/>
                  </a:lnTo>
                  <a:lnTo>
                    <a:pt x="1173890" y="1282310"/>
                  </a:lnTo>
                  <a:lnTo>
                    <a:pt x="1224700" y="1279578"/>
                  </a:lnTo>
                  <a:lnTo>
                    <a:pt x="1273964" y="1271475"/>
                  </a:lnTo>
                  <a:lnTo>
                    <a:pt x="1320991" y="1258283"/>
                  </a:lnTo>
                  <a:lnTo>
                    <a:pt x="1365089" y="1240284"/>
                  </a:lnTo>
                  <a:lnTo>
                    <a:pt x="1405566" y="1217759"/>
                  </a:lnTo>
                  <a:lnTo>
                    <a:pt x="1441732" y="1190991"/>
                  </a:lnTo>
                  <a:lnTo>
                    <a:pt x="1472893" y="1160260"/>
                  </a:lnTo>
                  <a:lnTo>
                    <a:pt x="1498360" y="1125848"/>
                  </a:lnTo>
                  <a:lnTo>
                    <a:pt x="1517439" y="1088037"/>
                  </a:lnTo>
                  <a:lnTo>
                    <a:pt x="1554803" y="1103164"/>
                  </a:lnTo>
                  <a:lnTo>
                    <a:pt x="1594322" y="1114184"/>
                  </a:lnTo>
                  <a:lnTo>
                    <a:pt x="1635436" y="1120988"/>
                  </a:lnTo>
                  <a:lnTo>
                    <a:pt x="1677586" y="1123470"/>
                  </a:lnTo>
                  <a:lnTo>
                    <a:pt x="1732846" y="1120042"/>
                  </a:lnTo>
                  <a:lnTo>
                    <a:pt x="1784927" y="1109515"/>
                  </a:lnTo>
                  <a:lnTo>
                    <a:pt x="1832959" y="1092544"/>
                  </a:lnTo>
                  <a:lnTo>
                    <a:pt x="1876067" y="1069780"/>
                  </a:lnTo>
                  <a:lnTo>
                    <a:pt x="1913379" y="1041878"/>
                  </a:lnTo>
                  <a:lnTo>
                    <a:pt x="1944023" y="1009490"/>
                  </a:lnTo>
                  <a:lnTo>
                    <a:pt x="1967125" y="973271"/>
                  </a:lnTo>
                  <a:lnTo>
                    <a:pt x="1981812" y="933873"/>
                  </a:lnTo>
                  <a:lnTo>
                    <a:pt x="1987212" y="891949"/>
                  </a:lnTo>
                  <a:lnTo>
                    <a:pt x="2032416" y="884714"/>
                  </a:lnTo>
                  <a:lnTo>
                    <a:pt x="2075858" y="873217"/>
                  </a:lnTo>
                  <a:lnTo>
                    <a:pt x="2117014" y="857624"/>
                  </a:lnTo>
                  <a:lnTo>
                    <a:pt x="2155360" y="838101"/>
                  </a:lnTo>
                  <a:lnTo>
                    <a:pt x="2198779" y="808222"/>
                  </a:lnTo>
                  <a:lnTo>
                    <a:pt x="2234382" y="774353"/>
                  </a:lnTo>
                  <a:lnTo>
                    <a:pt x="2262032" y="737286"/>
                  </a:lnTo>
                  <a:lnTo>
                    <a:pt x="2281594" y="697810"/>
                  </a:lnTo>
                  <a:lnTo>
                    <a:pt x="2292933" y="656714"/>
                  </a:lnTo>
                  <a:lnTo>
                    <a:pt x="2295913" y="614787"/>
                  </a:lnTo>
                  <a:lnTo>
                    <a:pt x="2290398" y="572818"/>
                  </a:lnTo>
                  <a:lnTo>
                    <a:pt x="2276252" y="531599"/>
                  </a:lnTo>
                  <a:lnTo>
                    <a:pt x="2253340" y="491916"/>
                  </a:lnTo>
                  <a:lnTo>
                    <a:pt x="2221527" y="454561"/>
                  </a:lnTo>
                  <a:lnTo>
                    <a:pt x="2225268" y="447562"/>
                  </a:lnTo>
                  <a:lnTo>
                    <a:pt x="2228687" y="440480"/>
                  </a:lnTo>
                  <a:lnTo>
                    <a:pt x="2231796" y="433327"/>
                  </a:lnTo>
                  <a:lnTo>
                    <a:pt x="2234608" y="426113"/>
                  </a:lnTo>
                  <a:lnTo>
                    <a:pt x="2244028" y="383018"/>
                  </a:lnTo>
                  <a:lnTo>
                    <a:pt x="2242056" y="340644"/>
                  </a:lnTo>
                  <a:lnTo>
                    <a:pt x="2229489" y="300060"/>
                  </a:lnTo>
                  <a:lnTo>
                    <a:pt x="2207129" y="262331"/>
                  </a:lnTo>
                  <a:lnTo>
                    <a:pt x="2175773" y="228525"/>
                  </a:lnTo>
                  <a:lnTo>
                    <a:pt x="2136221" y="199710"/>
                  </a:lnTo>
                  <a:lnTo>
                    <a:pt x="2089272" y="176952"/>
                  </a:lnTo>
                  <a:lnTo>
                    <a:pt x="2035726" y="161318"/>
                  </a:lnTo>
                  <a:lnTo>
                    <a:pt x="2024098" y="128683"/>
                  </a:lnTo>
                  <a:lnTo>
                    <a:pt x="1980076" y="70700"/>
                  </a:lnTo>
                  <a:lnTo>
                    <a:pt x="1948731" y="46637"/>
                  </a:lnTo>
                  <a:lnTo>
                    <a:pt x="1905677" y="24179"/>
                  </a:lnTo>
                  <a:lnTo>
                    <a:pt x="1859024" y="9133"/>
                  </a:lnTo>
                  <a:lnTo>
                    <a:pt x="1810230" y="1409"/>
                  </a:lnTo>
                  <a:lnTo>
                    <a:pt x="1760755" y="917"/>
                  </a:lnTo>
                  <a:lnTo>
                    <a:pt x="1712061" y="7570"/>
                  </a:lnTo>
                  <a:lnTo>
                    <a:pt x="1665607" y="21277"/>
                  </a:lnTo>
                  <a:lnTo>
                    <a:pt x="1622852" y="41949"/>
                  </a:lnTo>
                  <a:lnTo>
                    <a:pt x="1585257" y="69497"/>
                  </a:lnTo>
                  <a:lnTo>
                    <a:pt x="1568027" y="54182"/>
                  </a:lnTo>
                  <a:lnTo>
                    <a:pt x="1548665" y="40510"/>
                  </a:lnTo>
                  <a:lnTo>
                    <a:pt x="1527375" y="28599"/>
                  </a:lnTo>
                  <a:lnTo>
                    <a:pt x="1504358" y="18570"/>
                  </a:lnTo>
                  <a:lnTo>
                    <a:pt x="1454073" y="4699"/>
                  </a:lnTo>
                  <a:lnTo>
                    <a:pt x="140264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1" name="Google Shape;151;p7"/>
            <p:cNvSpPr/>
            <p:nvPr/>
          </p:nvSpPr>
          <p:spPr>
            <a:xfrm>
              <a:off x="3721056" y="3842356"/>
              <a:ext cx="2296160" cy="1282700"/>
            </a:xfrm>
            <a:custGeom>
              <a:rect b="b" l="l" r="r" t="t"/>
              <a:pathLst>
                <a:path extrusionOk="0" h="1282700" w="2296160">
                  <a:moveTo>
                    <a:pt x="208323" y="422176"/>
                  </a:moveTo>
                  <a:lnTo>
                    <a:pt x="205039" y="381851"/>
                  </a:lnTo>
                  <a:lnTo>
                    <a:pt x="209416" y="342585"/>
                  </a:lnTo>
                  <a:lnTo>
                    <a:pt x="220980" y="304854"/>
                  </a:lnTo>
                  <a:lnTo>
                    <a:pt x="239257" y="269133"/>
                  </a:lnTo>
                  <a:lnTo>
                    <a:pt x="263772" y="235896"/>
                  </a:lnTo>
                  <a:lnTo>
                    <a:pt x="294051" y="205618"/>
                  </a:lnTo>
                  <a:lnTo>
                    <a:pt x="329618" y="178773"/>
                  </a:lnTo>
                  <a:lnTo>
                    <a:pt x="369999" y="155836"/>
                  </a:lnTo>
                  <a:lnTo>
                    <a:pt x="414720" y="137281"/>
                  </a:lnTo>
                  <a:lnTo>
                    <a:pt x="463306" y="123583"/>
                  </a:lnTo>
                  <a:lnTo>
                    <a:pt x="515282" y="115217"/>
                  </a:lnTo>
                  <a:lnTo>
                    <a:pt x="563046" y="112766"/>
                  </a:lnTo>
                  <a:lnTo>
                    <a:pt x="610518" y="115112"/>
                  </a:lnTo>
                  <a:lnTo>
                    <a:pt x="657069" y="122176"/>
                  </a:lnTo>
                  <a:lnTo>
                    <a:pt x="702072" y="133879"/>
                  </a:lnTo>
                  <a:lnTo>
                    <a:pt x="744898" y="150142"/>
                  </a:lnTo>
                  <a:lnTo>
                    <a:pt x="772814" y="117550"/>
                  </a:lnTo>
                  <a:lnTo>
                    <a:pt x="806903" y="90042"/>
                  </a:lnTo>
                  <a:lnTo>
                    <a:pt x="846089" y="67870"/>
                  </a:lnTo>
                  <a:lnTo>
                    <a:pt x="889291" y="51282"/>
                  </a:lnTo>
                  <a:lnTo>
                    <a:pt x="935432" y="40530"/>
                  </a:lnTo>
                  <a:lnTo>
                    <a:pt x="983432" y="35861"/>
                  </a:lnTo>
                  <a:lnTo>
                    <a:pt x="1032213" y="37527"/>
                  </a:lnTo>
                  <a:lnTo>
                    <a:pt x="1080697" y="45777"/>
                  </a:lnTo>
                  <a:lnTo>
                    <a:pt x="1127803" y="60861"/>
                  </a:lnTo>
                  <a:lnTo>
                    <a:pt x="1162411" y="77467"/>
                  </a:lnTo>
                  <a:lnTo>
                    <a:pt x="1193589" y="97691"/>
                  </a:lnTo>
                  <a:lnTo>
                    <a:pt x="1222787" y="63557"/>
                  </a:lnTo>
                  <a:lnTo>
                    <a:pt x="1260153" y="36252"/>
                  </a:lnTo>
                  <a:lnTo>
                    <a:pt x="1303827" y="16245"/>
                  </a:lnTo>
                  <a:lnTo>
                    <a:pt x="1351946" y="4005"/>
                  </a:lnTo>
                  <a:lnTo>
                    <a:pt x="1402649" y="0"/>
                  </a:lnTo>
                  <a:lnTo>
                    <a:pt x="1454073" y="4699"/>
                  </a:lnTo>
                  <a:lnTo>
                    <a:pt x="1504358" y="18570"/>
                  </a:lnTo>
                  <a:lnTo>
                    <a:pt x="1548665" y="40510"/>
                  </a:lnTo>
                  <a:lnTo>
                    <a:pt x="1585257" y="69497"/>
                  </a:lnTo>
                  <a:lnTo>
                    <a:pt x="1622852" y="41949"/>
                  </a:lnTo>
                  <a:lnTo>
                    <a:pt x="1665607" y="21277"/>
                  </a:lnTo>
                  <a:lnTo>
                    <a:pt x="1712061" y="7570"/>
                  </a:lnTo>
                  <a:lnTo>
                    <a:pt x="1760755" y="917"/>
                  </a:lnTo>
                  <a:lnTo>
                    <a:pt x="1810230" y="1409"/>
                  </a:lnTo>
                  <a:lnTo>
                    <a:pt x="1859024" y="9133"/>
                  </a:lnTo>
                  <a:lnTo>
                    <a:pt x="1905677" y="24179"/>
                  </a:lnTo>
                  <a:lnTo>
                    <a:pt x="1948731" y="46637"/>
                  </a:lnTo>
                  <a:lnTo>
                    <a:pt x="1980076" y="70700"/>
                  </a:lnTo>
                  <a:lnTo>
                    <a:pt x="2024098" y="128683"/>
                  </a:lnTo>
                  <a:lnTo>
                    <a:pt x="2035726" y="161318"/>
                  </a:lnTo>
                  <a:lnTo>
                    <a:pt x="2089272" y="176952"/>
                  </a:lnTo>
                  <a:lnTo>
                    <a:pt x="2136221" y="199710"/>
                  </a:lnTo>
                  <a:lnTo>
                    <a:pt x="2175773" y="228525"/>
                  </a:lnTo>
                  <a:lnTo>
                    <a:pt x="2207129" y="262331"/>
                  </a:lnTo>
                  <a:lnTo>
                    <a:pt x="2229489" y="300060"/>
                  </a:lnTo>
                  <a:lnTo>
                    <a:pt x="2242056" y="340644"/>
                  </a:lnTo>
                  <a:lnTo>
                    <a:pt x="2244028" y="383018"/>
                  </a:lnTo>
                  <a:lnTo>
                    <a:pt x="2234608" y="426113"/>
                  </a:lnTo>
                  <a:lnTo>
                    <a:pt x="2231796" y="433327"/>
                  </a:lnTo>
                  <a:lnTo>
                    <a:pt x="2228687" y="440480"/>
                  </a:lnTo>
                  <a:lnTo>
                    <a:pt x="2225268" y="447562"/>
                  </a:lnTo>
                  <a:lnTo>
                    <a:pt x="2221527" y="454561"/>
                  </a:lnTo>
                  <a:lnTo>
                    <a:pt x="2253340" y="491916"/>
                  </a:lnTo>
                  <a:lnTo>
                    <a:pt x="2276252" y="531599"/>
                  </a:lnTo>
                  <a:lnTo>
                    <a:pt x="2290398" y="572818"/>
                  </a:lnTo>
                  <a:lnTo>
                    <a:pt x="2295913" y="614787"/>
                  </a:lnTo>
                  <a:lnTo>
                    <a:pt x="2292933" y="656714"/>
                  </a:lnTo>
                  <a:lnTo>
                    <a:pt x="2281594" y="697810"/>
                  </a:lnTo>
                  <a:lnTo>
                    <a:pt x="2262032" y="737286"/>
                  </a:lnTo>
                  <a:lnTo>
                    <a:pt x="2234382" y="774353"/>
                  </a:lnTo>
                  <a:lnTo>
                    <a:pt x="2198779" y="808222"/>
                  </a:lnTo>
                  <a:lnTo>
                    <a:pt x="2155360" y="838101"/>
                  </a:lnTo>
                  <a:lnTo>
                    <a:pt x="2117014" y="857624"/>
                  </a:lnTo>
                  <a:lnTo>
                    <a:pt x="2075858" y="873217"/>
                  </a:lnTo>
                  <a:lnTo>
                    <a:pt x="2032416" y="884714"/>
                  </a:lnTo>
                  <a:lnTo>
                    <a:pt x="1987212" y="891949"/>
                  </a:lnTo>
                  <a:lnTo>
                    <a:pt x="1981812" y="933873"/>
                  </a:lnTo>
                  <a:lnTo>
                    <a:pt x="1967125" y="973271"/>
                  </a:lnTo>
                  <a:lnTo>
                    <a:pt x="1944023" y="1009490"/>
                  </a:lnTo>
                  <a:lnTo>
                    <a:pt x="1913379" y="1041878"/>
                  </a:lnTo>
                  <a:lnTo>
                    <a:pt x="1876067" y="1069780"/>
                  </a:lnTo>
                  <a:lnTo>
                    <a:pt x="1832959" y="1092544"/>
                  </a:lnTo>
                  <a:lnTo>
                    <a:pt x="1784927" y="1109515"/>
                  </a:lnTo>
                  <a:lnTo>
                    <a:pt x="1732846" y="1120042"/>
                  </a:lnTo>
                  <a:lnTo>
                    <a:pt x="1677586" y="1123470"/>
                  </a:lnTo>
                  <a:lnTo>
                    <a:pt x="1635436" y="1120988"/>
                  </a:lnTo>
                  <a:lnTo>
                    <a:pt x="1594322" y="1114184"/>
                  </a:lnTo>
                  <a:lnTo>
                    <a:pt x="1554803" y="1103164"/>
                  </a:lnTo>
                  <a:lnTo>
                    <a:pt x="1517439" y="1088037"/>
                  </a:lnTo>
                  <a:lnTo>
                    <a:pt x="1498360" y="1125848"/>
                  </a:lnTo>
                  <a:lnTo>
                    <a:pt x="1472893" y="1160260"/>
                  </a:lnTo>
                  <a:lnTo>
                    <a:pt x="1441732" y="1190991"/>
                  </a:lnTo>
                  <a:lnTo>
                    <a:pt x="1405566" y="1217759"/>
                  </a:lnTo>
                  <a:lnTo>
                    <a:pt x="1365089" y="1240284"/>
                  </a:lnTo>
                  <a:lnTo>
                    <a:pt x="1320991" y="1258283"/>
                  </a:lnTo>
                  <a:lnTo>
                    <a:pt x="1273964" y="1271475"/>
                  </a:lnTo>
                  <a:lnTo>
                    <a:pt x="1224700" y="1279578"/>
                  </a:lnTo>
                  <a:lnTo>
                    <a:pt x="1173890" y="1282310"/>
                  </a:lnTo>
                  <a:lnTo>
                    <a:pt x="1122226" y="1279390"/>
                  </a:lnTo>
                  <a:lnTo>
                    <a:pt x="1070399" y="1270536"/>
                  </a:lnTo>
                  <a:lnTo>
                    <a:pt x="1024163" y="1257101"/>
                  </a:lnTo>
                  <a:lnTo>
                    <a:pt x="981079" y="1239099"/>
                  </a:lnTo>
                  <a:lnTo>
                    <a:pt x="941707" y="1216843"/>
                  </a:lnTo>
                  <a:lnTo>
                    <a:pt x="906608" y="1190642"/>
                  </a:lnTo>
                  <a:lnTo>
                    <a:pt x="876343" y="1160808"/>
                  </a:lnTo>
                  <a:lnTo>
                    <a:pt x="830623" y="1178912"/>
                  </a:lnTo>
                  <a:lnTo>
                    <a:pt x="783379" y="1192261"/>
                  </a:lnTo>
                  <a:lnTo>
                    <a:pt x="735137" y="1200953"/>
                  </a:lnTo>
                  <a:lnTo>
                    <a:pt x="686426" y="1205091"/>
                  </a:lnTo>
                  <a:lnTo>
                    <a:pt x="637771" y="1204773"/>
                  </a:lnTo>
                  <a:lnTo>
                    <a:pt x="589701" y="1200100"/>
                  </a:lnTo>
                  <a:lnTo>
                    <a:pt x="542743" y="1191173"/>
                  </a:lnTo>
                  <a:lnTo>
                    <a:pt x="497424" y="1178091"/>
                  </a:lnTo>
                  <a:lnTo>
                    <a:pt x="454270" y="1160955"/>
                  </a:lnTo>
                  <a:lnTo>
                    <a:pt x="413810" y="1139865"/>
                  </a:lnTo>
                  <a:lnTo>
                    <a:pt x="376570" y="1114922"/>
                  </a:lnTo>
                  <a:lnTo>
                    <a:pt x="343078" y="1086225"/>
                  </a:lnTo>
                  <a:lnTo>
                    <a:pt x="313860" y="1053874"/>
                  </a:lnTo>
                  <a:lnTo>
                    <a:pt x="310939" y="1050064"/>
                  </a:lnTo>
                  <a:lnTo>
                    <a:pt x="309542" y="1048159"/>
                  </a:lnTo>
                  <a:lnTo>
                    <a:pt x="256102" y="1048250"/>
                  </a:lnTo>
                  <a:lnTo>
                    <a:pt x="205667" y="1039449"/>
                  </a:lnTo>
                  <a:lnTo>
                    <a:pt x="159783" y="1022673"/>
                  </a:lnTo>
                  <a:lnTo>
                    <a:pt x="119992" y="998845"/>
                  </a:lnTo>
                  <a:lnTo>
                    <a:pt x="87838" y="968883"/>
                  </a:lnTo>
                  <a:lnTo>
                    <a:pt x="64867" y="933706"/>
                  </a:lnTo>
                  <a:lnTo>
                    <a:pt x="52621" y="894235"/>
                  </a:lnTo>
                  <a:lnTo>
                    <a:pt x="52216" y="855947"/>
                  </a:lnTo>
                  <a:lnTo>
                    <a:pt x="62622" y="818909"/>
                  </a:lnTo>
                  <a:lnTo>
                    <a:pt x="83268" y="784418"/>
                  </a:lnTo>
                  <a:lnTo>
                    <a:pt x="113581" y="753773"/>
                  </a:lnTo>
                  <a:lnTo>
                    <a:pt x="71000" y="729343"/>
                  </a:lnTo>
                  <a:lnTo>
                    <a:pt x="37855" y="699149"/>
                  </a:lnTo>
                  <a:lnTo>
                    <a:pt x="14643" y="664639"/>
                  </a:lnTo>
                  <a:lnTo>
                    <a:pt x="1860" y="627267"/>
                  </a:lnTo>
                  <a:lnTo>
                    <a:pt x="0" y="588481"/>
                  </a:lnTo>
                  <a:lnTo>
                    <a:pt x="9558" y="549733"/>
                  </a:lnTo>
                  <a:lnTo>
                    <a:pt x="31031" y="512473"/>
                  </a:lnTo>
                  <a:lnTo>
                    <a:pt x="63847" y="479334"/>
                  </a:lnTo>
                  <a:lnTo>
                    <a:pt x="105247" y="453291"/>
                  </a:lnTo>
                  <a:lnTo>
                    <a:pt x="153386" y="435249"/>
                  </a:lnTo>
                  <a:lnTo>
                    <a:pt x="206418" y="426113"/>
                  </a:lnTo>
                  <a:lnTo>
                    <a:pt x="208323" y="422176"/>
                  </a:lnTo>
                  <a:close/>
                </a:path>
                <a:path extrusionOk="0" h="1282700" w="2296160">
                  <a:moveTo>
                    <a:pt x="250487" y="772442"/>
                  </a:moveTo>
                  <a:lnTo>
                    <a:pt x="215364" y="772484"/>
                  </a:lnTo>
                  <a:lnTo>
                    <a:pt x="180859" y="768490"/>
                  </a:lnTo>
                  <a:lnTo>
                    <a:pt x="147546" y="760566"/>
                  </a:lnTo>
                  <a:lnTo>
                    <a:pt x="115994" y="748820"/>
                  </a:lnTo>
                </a:path>
                <a:path extrusionOk="0" h="1282700" w="2296160">
                  <a:moveTo>
                    <a:pt x="369105" y="1031268"/>
                  </a:moveTo>
                  <a:lnTo>
                    <a:pt x="354828" y="1035195"/>
                  </a:lnTo>
                  <a:lnTo>
                    <a:pt x="340229" y="1038396"/>
                  </a:lnTo>
                  <a:lnTo>
                    <a:pt x="325368" y="1040859"/>
                  </a:lnTo>
                  <a:lnTo>
                    <a:pt x="310304" y="1042571"/>
                  </a:lnTo>
                </a:path>
                <a:path extrusionOk="0" h="1282700" w="2296160">
                  <a:moveTo>
                    <a:pt x="876216" y="1155601"/>
                  </a:moveTo>
                  <a:lnTo>
                    <a:pt x="865983" y="1143221"/>
                  </a:lnTo>
                  <a:lnTo>
                    <a:pt x="856642" y="1130471"/>
                  </a:lnTo>
                  <a:lnTo>
                    <a:pt x="848231" y="1117364"/>
                  </a:lnTo>
                  <a:lnTo>
                    <a:pt x="840783" y="1103912"/>
                  </a:lnTo>
                </a:path>
                <a:path extrusionOk="0" h="1282700" w="2296160">
                  <a:moveTo>
                    <a:pt x="1531790" y="1026823"/>
                  </a:moveTo>
                  <a:lnTo>
                    <a:pt x="1529748" y="1041174"/>
                  </a:lnTo>
                  <a:lnTo>
                    <a:pt x="1526694" y="1055430"/>
                  </a:lnTo>
                  <a:lnTo>
                    <a:pt x="1522664" y="1069543"/>
                  </a:lnTo>
                  <a:lnTo>
                    <a:pt x="1517693" y="1083465"/>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52" name="Google Shape;152;p7"/>
            <p:cNvPicPr preferRelativeResize="0"/>
            <p:nvPr/>
          </p:nvPicPr>
          <p:blipFill rotWithShape="1">
            <a:blip r:embed="rId7">
              <a:alphaModFix/>
            </a:blip>
            <a:srcRect b="0" l="0" r="0" t="0"/>
            <a:stretch/>
          </p:blipFill>
          <p:spPr>
            <a:xfrm>
              <a:off x="5524500" y="4509262"/>
              <a:ext cx="192404" cy="231520"/>
            </a:xfrm>
            <a:prstGeom prst="rect">
              <a:avLst/>
            </a:prstGeom>
            <a:noFill/>
            <a:ln>
              <a:noFill/>
            </a:ln>
          </p:spPr>
        </p:pic>
        <p:sp>
          <p:nvSpPr>
            <p:cNvPr id="153" name="Google Shape;153;p7"/>
            <p:cNvSpPr/>
            <p:nvPr/>
          </p:nvSpPr>
          <p:spPr>
            <a:xfrm>
              <a:off x="3929379" y="3907663"/>
              <a:ext cx="2012314" cy="465455"/>
            </a:xfrm>
            <a:custGeom>
              <a:rect b="b" l="l" r="r" t="t"/>
              <a:pathLst>
                <a:path extrusionOk="0" h="465454" w="2012314">
                  <a:moveTo>
                    <a:pt x="2012188" y="386080"/>
                  </a:moveTo>
                  <a:lnTo>
                    <a:pt x="1997575" y="408358"/>
                  </a:lnTo>
                  <a:lnTo>
                    <a:pt x="1979771" y="429148"/>
                  </a:lnTo>
                  <a:lnTo>
                    <a:pt x="1958967" y="448248"/>
                  </a:lnTo>
                  <a:lnTo>
                    <a:pt x="1935353" y="465455"/>
                  </a:lnTo>
                </a:path>
                <a:path extrusionOk="0" h="465454" w="2012314">
                  <a:moveTo>
                    <a:pt x="1827784" y="91567"/>
                  </a:moveTo>
                  <a:lnTo>
                    <a:pt x="1829669" y="100849"/>
                  </a:lnTo>
                  <a:lnTo>
                    <a:pt x="1830959" y="110204"/>
                  </a:lnTo>
                  <a:lnTo>
                    <a:pt x="1831677" y="119606"/>
                  </a:lnTo>
                  <a:lnTo>
                    <a:pt x="1831848" y="129031"/>
                  </a:lnTo>
                </a:path>
                <a:path extrusionOk="0" h="465454" w="2012314">
                  <a:moveTo>
                    <a:pt x="1336802" y="47751"/>
                  </a:moveTo>
                  <a:lnTo>
                    <a:pt x="1344935" y="35022"/>
                  </a:lnTo>
                  <a:lnTo>
                    <a:pt x="1354248" y="22780"/>
                  </a:lnTo>
                  <a:lnTo>
                    <a:pt x="1364680" y="11086"/>
                  </a:lnTo>
                  <a:lnTo>
                    <a:pt x="1376172" y="0"/>
                  </a:lnTo>
                </a:path>
                <a:path extrusionOk="0" h="465454" w="2012314">
                  <a:moveTo>
                    <a:pt x="968502" y="70612"/>
                  </a:moveTo>
                  <a:lnTo>
                    <a:pt x="971996" y="59947"/>
                  </a:lnTo>
                  <a:lnTo>
                    <a:pt x="976360" y="49498"/>
                  </a:lnTo>
                  <a:lnTo>
                    <a:pt x="981557" y="39286"/>
                  </a:lnTo>
                  <a:lnTo>
                    <a:pt x="987552" y="29337"/>
                  </a:lnTo>
                </a:path>
                <a:path extrusionOk="0" h="465454" w="2012314">
                  <a:moveTo>
                    <a:pt x="536321" y="84581"/>
                  </a:moveTo>
                  <a:lnTo>
                    <a:pt x="554722" y="93386"/>
                  </a:lnTo>
                  <a:lnTo>
                    <a:pt x="572373" y="103012"/>
                  </a:lnTo>
                  <a:lnTo>
                    <a:pt x="589238" y="113424"/>
                  </a:lnTo>
                  <a:lnTo>
                    <a:pt x="605282" y="124587"/>
                  </a:lnTo>
                </a:path>
                <a:path extrusionOk="0" h="465454" w="2012314">
                  <a:moveTo>
                    <a:pt x="12065" y="398906"/>
                  </a:moveTo>
                  <a:lnTo>
                    <a:pt x="8251" y="388552"/>
                  </a:lnTo>
                  <a:lnTo>
                    <a:pt x="4984" y="378078"/>
                  </a:lnTo>
                  <a:lnTo>
                    <a:pt x="2242" y="367510"/>
                  </a:lnTo>
                  <a:lnTo>
                    <a:pt x="0" y="356869"/>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54" name="Google Shape;154;p7"/>
            <p:cNvPicPr preferRelativeResize="0"/>
            <p:nvPr/>
          </p:nvPicPr>
          <p:blipFill rotWithShape="1">
            <a:blip r:embed="rId8">
              <a:alphaModFix/>
            </a:blip>
            <a:srcRect b="0" l="0" r="0" t="0"/>
            <a:stretch/>
          </p:blipFill>
          <p:spPr>
            <a:xfrm>
              <a:off x="4235195" y="3989832"/>
              <a:ext cx="1175765" cy="640842"/>
            </a:xfrm>
            <a:prstGeom prst="rect">
              <a:avLst/>
            </a:prstGeom>
            <a:noFill/>
            <a:ln>
              <a:noFill/>
            </a:ln>
          </p:spPr>
        </p:pic>
      </p:grpSp>
      <p:sp>
        <p:nvSpPr>
          <p:cNvPr id="155" name="Google Shape;155;p7"/>
          <p:cNvSpPr txBox="1"/>
          <p:nvPr/>
        </p:nvSpPr>
        <p:spPr>
          <a:xfrm>
            <a:off x="4149344" y="4051172"/>
            <a:ext cx="1266825" cy="756920"/>
          </a:xfrm>
          <a:prstGeom prst="rect">
            <a:avLst/>
          </a:prstGeom>
          <a:noFill/>
          <a:ln>
            <a:noFill/>
          </a:ln>
        </p:spPr>
        <p:txBody>
          <a:bodyPr anchorCtr="0" anchor="t" bIns="0" lIns="0" spcFirstLastPara="1" rIns="0" wrap="square" tIns="12700">
            <a:spAutoFit/>
          </a:bodyPr>
          <a:lstStyle/>
          <a:p>
            <a:pPr indent="257175" lvl="0" marL="12700" marR="5080" rtl="0" algn="l">
              <a:lnSpc>
                <a:spcPct val="100000"/>
              </a:lnSpc>
              <a:spcBef>
                <a:spcPts val="0"/>
              </a:spcBef>
              <a:spcAft>
                <a:spcPts val="0"/>
              </a:spcAft>
              <a:buNone/>
            </a:pPr>
            <a:r>
              <a:rPr b="1" lang="en-US" sz="2400">
                <a:latin typeface="Calibri"/>
                <a:ea typeface="Calibri"/>
                <a:cs typeface="Calibri"/>
                <a:sym typeface="Calibri"/>
              </a:rPr>
              <a:t>Make Decisions</a:t>
            </a:r>
            <a:endParaRPr sz="2400">
              <a:latin typeface="Calibri"/>
              <a:ea typeface="Calibri"/>
              <a:cs typeface="Calibri"/>
              <a:sym typeface="Calibri"/>
            </a:endParaRPr>
          </a:p>
        </p:txBody>
      </p:sp>
      <p:pic>
        <p:nvPicPr>
          <p:cNvPr id="156" name="Google Shape;156;p7"/>
          <p:cNvPicPr preferRelativeResize="0"/>
          <p:nvPr/>
        </p:nvPicPr>
        <p:blipFill rotWithShape="1">
          <a:blip r:embed="rId9">
            <a:alphaModFix/>
          </a:blip>
          <a:srcRect b="0" l="0" r="0" t="0"/>
          <a:stretch/>
        </p:blipFill>
        <p:spPr>
          <a:xfrm>
            <a:off x="3977640" y="4355591"/>
            <a:ext cx="1616202" cy="64084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8"/>
          <p:cNvPicPr preferRelativeResize="0"/>
          <p:nvPr/>
        </p:nvPicPr>
        <p:blipFill rotWithShape="1">
          <a:blip r:embed="rId3">
            <a:alphaModFix/>
          </a:blip>
          <a:srcRect b="0" l="0" r="0" t="0"/>
          <a:stretch/>
        </p:blipFill>
        <p:spPr>
          <a:xfrm>
            <a:off x="1082039" y="516636"/>
            <a:ext cx="10027920" cy="5824728"/>
          </a:xfrm>
          <a:prstGeom prst="rect">
            <a:avLst/>
          </a:prstGeom>
          <a:noFill/>
          <a:ln>
            <a:noFill/>
          </a:ln>
        </p:spPr>
      </p:pic>
      <p:sp>
        <p:nvSpPr>
          <p:cNvPr id="162" name="Google Shape;162;p8"/>
          <p:cNvSpPr/>
          <p:nvPr/>
        </p:nvSpPr>
        <p:spPr>
          <a:xfrm>
            <a:off x="1139952" y="569976"/>
            <a:ext cx="1858010" cy="763905"/>
          </a:xfrm>
          <a:custGeom>
            <a:rect b="b" l="l" r="r" t="t"/>
            <a:pathLst>
              <a:path extrusionOk="0" h="763905" w="1858010">
                <a:moveTo>
                  <a:pt x="1857756" y="0"/>
                </a:moveTo>
                <a:lnTo>
                  <a:pt x="0" y="0"/>
                </a:lnTo>
                <a:lnTo>
                  <a:pt x="0" y="763524"/>
                </a:lnTo>
                <a:lnTo>
                  <a:pt x="1857756" y="763524"/>
                </a:lnTo>
                <a:lnTo>
                  <a:pt x="1857756"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3" name="Google Shape;163;p8"/>
          <p:cNvSpPr txBox="1"/>
          <p:nvPr>
            <p:ph type="title"/>
          </p:nvPr>
        </p:nvSpPr>
        <p:spPr>
          <a:xfrm>
            <a:off x="78739" y="163525"/>
            <a:ext cx="9591675" cy="1707565"/>
          </a:xfrm>
          <a:prstGeom prst="rect">
            <a:avLst/>
          </a:prstGeom>
          <a:noFill/>
          <a:ln>
            <a:noFill/>
          </a:ln>
        </p:spPr>
        <p:txBody>
          <a:bodyPr anchorCtr="0" anchor="t" bIns="0" lIns="0" spcFirstLastPara="1" rIns="0" wrap="square" tIns="549325">
            <a:spAutoFit/>
          </a:bodyPr>
          <a:lstStyle/>
          <a:p>
            <a:pPr indent="0" lvl="0" marL="1268095" rtl="0" algn="l">
              <a:lnSpc>
                <a:spcPct val="100000"/>
              </a:lnSpc>
              <a:spcBef>
                <a:spcPts val="0"/>
              </a:spcBef>
              <a:spcAft>
                <a:spcPts val="0"/>
              </a:spcAft>
              <a:buNone/>
            </a:pPr>
            <a:r>
              <a:rPr b="1" lang="en-US" sz="2800">
                <a:solidFill>
                  <a:srgbClr val="000000"/>
                </a:solidFill>
                <a:latin typeface="Calibri"/>
                <a:ea typeface="Calibri"/>
                <a:cs typeface="Calibri"/>
                <a:sym typeface="Calibri"/>
              </a:rPr>
              <a:t>Human intelligence</a:t>
            </a:r>
            <a:endParaRPr sz="28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9"/>
          <p:cNvPicPr preferRelativeResize="0"/>
          <p:nvPr/>
        </p:nvPicPr>
        <p:blipFill rotWithShape="1">
          <a:blip r:embed="rId3">
            <a:alphaModFix/>
          </a:blip>
          <a:srcRect b="0" l="0" r="0" t="0"/>
          <a:stretch/>
        </p:blipFill>
        <p:spPr>
          <a:xfrm>
            <a:off x="809244" y="1184147"/>
            <a:ext cx="10597896" cy="467715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10"/>
          <p:cNvPicPr preferRelativeResize="0"/>
          <p:nvPr/>
        </p:nvPicPr>
        <p:blipFill rotWithShape="1">
          <a:blip r:embed="rId3">
            <a:alphaModFix/>
          </a:blip>
          <a:srcRect b="0" l="0" r="0" t="0"/>
          <a:stretch/>
        </p:blipFill>
        <p:spPr>
          <a:xfrm>
            <a:off x="999744" y="1030224"/>
            <a:ext cx="10192512" cy="479755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11"/>
          <p:cNvPicPr preferRelativeResize="0"/>
          <p:nvPr/>
        </p:nvPicPr>
        <p:blipFill rotWithShape="1">
          <a:blip r:embed="rId3">
            <a:alphaModFix/>
          </a:blip>
          <a:srcRect b="0" l="0" r="0" t="0"/>
          <a:stretch/>
        </p:blipFill>
        <p:spPr>
          <a:xfrm>
            <a:off x="1328927" y="1109472"/>
            <a:ext cx="9534144" cy="50657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12"/>
          <p:cNvPicPr preferRelativeResize="0"/>
          <p:nvPr/>
        </p:nvPicPr>
        <p:blipFill rotWithShape="1">
          <a:blip r:embed="rId3">
            <a:alphaModFix/>
          </a:blip>
          <a:srcRect b="0" l="0" r="0" t="0"/>
          <a:stretch/>
        </p:blipFill>
        <p:spPr>
          <a:xfrm>
            <a:off x="952500" y="966216"/>
            <a:ext cx="10072116" cy="497890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descr="Pin on I, robot" id="188" name="Google Shape;188;p13"/>
          <p:cNvPicPr preferRelativeResize="0"/>
          <p:nvPr/>
        </p:nvPicPr>
        <p:blipFill rotWithShape="1">
          <a:blip r:embed="rId3">
            <a:alphaModFix/>
          </a:blip>
          <a:srcRect b="0" l="0" r="0" t="0"/>
          <a:stretch/>
        </p:blipFill>
        <p:spPr>
          <a:xfrm>
            <a:off x="1066800" y="22761"/>
            <a:ext cx="10311783" cy="6835239"/>
          </a:xfrm>
          <a:prstGeom prst="rect">
            <a:avLst/>
          </a:prstGeom>
          <a:noFill/>
          <a:ln>
            <a:noFill/>
          </a:ln>
        </p:spPr>
      </p:pic>
      <p:sp>
        <p:nvSpPr>
          <p:cNvPr id="189" name="Google Shape;189;p13"/>
          <p:cNvSpPr txBox="1"/>
          <p:nvPr/>
        </p:nvSpPr>
        <p:spPr>
          <a:xfrm>
            <a:off x="5943600" y="6235074"/>
            <a:ext cx="6097978" cy="1200329"/>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b="1" i="0" lang="en-US" sz="3600" u="none" strike="noStrike">
                <a:solidFill>
                  <a:schemeClr val="dk2"/>
                </a:solidFill>
                <a:latin typeface="Erica One"/>
                <a:ea typeface="Erica One"/>
                <a:cs typeface="Erica One"/>
                <a:sym typeface="Erica One"/>
              </a:rPr>
              <a:t>What is AI ?</a:t>
            </a:r>
            <a:endParaRPr b="1" sz="3600">
              <a:solidFill>
                <a:schemeClr val="dk2"/>
              </a:solidFill>
            </a:endParaRPr>
          </a:p>
          <a:p>
            <a:pPr indent="0" lvl="0" marL="0" rtl="0" algn="l">
              <a:spcBef>
                <a:spcPts val="0"/>
              </a:spcBef>
              <a:spcAft>
                <a:spcPts val="0"/>
              </a:spcAft>
              <a:buNone/>
            </a:pPr>
            <a:br>
              <a:rPr lang="en-US" sz="1800"/>
            </a:b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4"/>
          <p:cNvSpPr txBox="1"/>
          <p:nvPr>
            <p:ph type="title"/>
          </p:nvPr>
        </p:nvSpPr>
        <p:spPr>
          <a:xfrm>
            <a:off x="533400" y="635698"/>
            <a:ext cx="9591675" cy="861774"/>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a:t>AI Definition by John McCarthy </a:t>
            </a:r>
            <a:br>
              <a:rPr b="1" lang="en-US"/>
            </a:br>
            <a:r>
              <a:rPr b="1" lang="en-US" sz="2000">
                <a:solidFill>
                  <a:schemeClr val="lt1"/>
                </a:solidFill>
              </a:rPr>
              <a:t>(</a:t>
            </a:r>
            <a:r>
              <a:rPr b="0" i="0" lang="en-US" sz="2000">
                <a:solidFill>
                  <a:schemeClr val="lt1"/>
                </a:solidFill>
                <a:latin typeface="Arial"/>
                <a:ea typeface="Arial"/>
                <a:cs typeface="Arial"/>
                <a:sym typeface="Arial"/>
              </a:rPr>
              <a:t>American computer scientist and cognitive scientist</a:t>
            </a:r>
            <a:r>
              <a:rPr b="1" lang="en-US" sz="2000">
                <a:solidFill>
                  <a:schemeClr val="lt1"/>
                </a:solidFill>
              </a:rPr>
              <a:t>)</a:t>
            </a:r>
            <a:endParaRPr/>
          </a:p>
        </p:txBody>
      </p:sp>
      <p:sp>
        <p:nvSpPr>
          <p:cNvPr id="196" name="Google Shape;196;p14"/>
          <p:cNvSpPr txBox="1"/>
          <p:nvPr>
            <p:ph idx="1" type="body"/>
          </p:nvPr>
        </p:nvSpPr>
        <p:spPr>
          <a:xfrm>
            <a:off x="764540" y="2083130"/>
            <a:ext cx="9904095" cy="340995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lang="en-US" sz="2400"/>
              <a:t>What is artificial intelligence?</a:t>
            </a:r>
            <a:endParaRPr/>
          </a:p>
          <a:p>
            <a:pPr indent="0" lvl="1" marL="457200" rtl="0" algn="l">
              <a:spcBef>
                <a:spcPts val="0"/>
              </a:spcBef>
              <a:spcAft>
                <a:spcPts val="0"/>
              </a:spcAft>
              <a:buNone/>
            </a:pPr>
            <a:r>
              <a:rPr lang="en-US" sz="3600">
                <a:solidFill>
                  <a:schemeClr val="lt1"/>
                </a:solidFill>
              </a:rPr>
              <a:t>It is the science and engineering of making intelligent machines, especially intelligent computer programs</a:t>
            </a:r>
            <a:endParaRPr/>
          </a:p>
          <a:p>
            <a:pPr indent="0" lvl="1" marL="457200" rtl="0" algn="l">
              <a:spcBef>
                <a:spcPts val="0"/>
              </a:spcBef>
              <a:spcAft>
                <a:spcPts val="0"/>
              </a:spcAft>
              <a:buNone/>
            </a:pPr>
            <a:r>
              <a:t/>
            </a:r>
            <a:endParaRPr/>
          </a:p>
        </p:txBody>
      </p:sp>
      <p:sp>
        <p:nvSpPr>
          <p:cNvPr id="197" name="Google Shape;197;p14"/>
          <p:cNvSpPr/>
          <p:nvPr/>
        </p:nvSpPr>
        <p:spPr>
          <a:xfrm>
            <a:off x="0" y="6172200"/>
            <a:ext cx="12192000" cy="4205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00"/>
              </a:buClr>
              <a:buSzPts val="2133"/>
              <a:buFont typeface="Calibri"/>
              <a:buNone/>
            </a:pPr>
            <a:r>
              <a:rPr b="0" i="0" lang="en-US" sz="2133" u="none" cap="none" strike="noStrike">
                <a:solidFill>
                  <a:srgbClr val="FFFF00"/>
                </a:solidFill>
                <a:latin typeface="Calibri"/>
                <a:ea typeface="Calibri"/>
                <a:cs typeface="Calibri"/>
                <a:sym typeface="Calibri"/>
              </a:rPr>
              <a:t>http://www-formal.stanford.edu/jmc/whatisai/whatisai.html</a:t>
            </a:r>
            <a:endParaRPr b="0" i="0" sz="2133" u="none" cap="none" strike="noStrike">
              <a:solidFill>
                <a:srgbClr val="FFFF00"/>
              </a:solidFill>
              <a:latin typeface="Calibri"/>
              <a:ea typeface="Calibri"/>
              <a:cs typeface="Calibri"/>
              <a:sym typeface="Calibri"/>
            </a:endParaRPr>
          </a:p>
        </p:txBody>
      </p:sp>
      <p:pic>
        <p:nvPicPr>
          <p:cNvPr id="198" name="Google Shape;198;p14"/>
          <p:cNvPicPr preferRelativeResize="0"/>
          <p:nvPr/>
        </p:nvPicPr>
        <p:blipFill rotWithShape="1">
          <a:blip r:embed="rId3">
            <a:alphaModFix/>
          </a:blip>
          <a:srcRect b="0" l="-166" r="-732" t="0"/>
          <a:stretch/>
        </p:blipFill>
        <p:spPr>
          <a:xfrm>
            <a:off x="9622239" y="2929912"/>
            <a:ext cx="2197620" cy="301539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5"/>
          <p:cNvSpPr txBox="1"/>
          <p:nvPr>
            <p:ph type="title"/>
          </p:nvPr>
        </p:nvSpPr>
        <p:spPr>
          <a:xfrm>
            <a:off x="759592" y="810922"/>
            <a:ext cx="9591675" cy="553998"/>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a:t>AI Definition by John McCarthy</a:t>
            </a:r>
            <a:endParaRPr/>
          </a:p>
        </p:txBody>
      </p:sp>
      <p:sp>
        <p:nvSpPr>
          <p:cNvPr id="205" name="Google Shape;205;p15"/>
          <p:cNvSpPr txBox="1"/>
          <p:nvPr>
            <p:ph idx="1" type="body"/>
          </p:nvPr>
        </p:nvSpPr>
        <p:spPr>
          <a:xfrm>
            <a:off x="764540" y="2083130"/>
            <a:ext cx="9904095" cy="340995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lang="en-US" sz="2400"/>
              <a:t>What is intelligence</a:t>
            </a:r>
            <a:endParaRPr/>
          </a:p>
          <a:p>
            <a:pPr indent="0" lvl="1" marL="457200" rtl="0" algn="l">
              <a:spcBef>
                <a:spcPts val="0"/>
              </a:spcBef>
              <a:spcAft>
                <a:spcPts val="0"/>
              </a:spcAft>
              <a:buNone/>
            </a:pPr>
            <a:r>
              <a:rPr lang="en-US" sz="3600">
                <a:solidFill>
                  <a:schemeClr val="lt1"/>
                </a:solidFill>
              </a:rPr>
              <a:t>Intelligence is the computational part of the ability to achieve goals in the world</a:t>
            </a:r>
            <a:endParaRPr/>
          </a:p>
        </p:txBody>
      </p:sp>
      <p:sp>
        <p:nvSpPr>
          <p:cNvPr id="206" name="Google Shape;206;p15"/>
          <p:cNvSpPr/>
          <p:nvPr/>
        </p:nvSpPr>
        <p:spPr>
          <a:xfrm>
            <a:off x="0" y="6172200"/>
            <a:ext cx="12192000" cy="4205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133"/>
              <a:buFont typeface="Calibri"/>
              <a:buNone/>
            </a:pPr>
            <a:r>
              <a:rPr b="0" i="0" lang="en-US" sz="2133" u="none" cap="none" strike="noStrike">
                <a:solidFill>
                  <a:schemeClr val="lt1"/>
                </a:solidFill>
                <a:latin typeface="Calibri"/>
                <a:ea typeface="Calibri"/>
                <a:cs typeface="Calibri"/>
                <a:sym typeface="Calibri"/>
              </a:rPr>
              <a:t>http://www-formal.stanford.edu/jmc/whatisai/whatisai.html</a:t>
            </a:r>
            <a:endParaRPr b="0" i="0" sz="2133" u="none" cap="none" strike="noStrike">
              <a:solidFill>
                <a:schemeClr val="lt1"/>
              </a:solidFill>
              <a:latin typeface="Calibri"/>
              <a:ea typeface="Calibri"/>
              <a:cs typeface="Calibri"/>
              <a:sym typeface="Calibri"/>
            </a:endParaRPr>
          </a:p>
        </p:txBody>
      </p:sp>
      <p:pic>
        <p:nvPicPr>
          <p:cNvPr id="207" name="Google Shape;207;p15"/>
          <p:cNvPicPr preferRelativeResize="0"/>
          <p:nvPr/>
        </p:nvPicPr>
        <p:blipFill rotWithShape="1">
          <a:blip r:embed="rId3">
            <a:alphaModFix/>
          </a:blip>
          <a:srcRect b="0" l="-166" r="-732" t="0"/>
          <a:stretch/>
        </p:blipFill>
        <p:spPr>
          <a:xfrm>
            <a:off x="9622239" y="2929912"/>
            <a:ext cx="2197620" cy="301539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6"/>
          <p:cNvSpPr txBox="1"/>
          <p:nvPr>
            <p:ph type="title"/>
          </p:nvPr>
        </p:nvSpPr>
        <p:spPr>
          <a:xfrm>
            <a:off x="609600" y="1066800"/>
            <a:ext cx="9591675" cy="553998"/>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a:t>What is an AI?</a:t>
            </a:r>
            <a:endParaRPr/>
          </a:p>
        </p:txBody>
      </p:sp>
      <p:sp>
        <p:nvSpPr>
          <p:cNvPr id="213" name="Google Shape;213;p16"/>
          <p:cNvSpPr txBox="1"/>
          <p:nvPr>
            <p:ph idx="1" type="body"/>
          </p:nvPr>
        </p:nvSpPr>
        <p:spPr>
          <a:xfrm>
            <a:off x="764540" y="2083130"/>
            <a:ext cx="10132060" cy="2831544"/>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3600"/>
              <a:t>“The study and design of intelligent agents, where an intelligent agent is a system that perceives its environment and takes actions that maximize its chances of success.”</a:t>
            </a:r>
            <a:endParaRPr/>
          </a:p>
          <a:p>
            <a:pPr indent="0" lvl="0" marL="0" rtl="0" algn="r">
              <a:spcBef>
                <a:spcPts val="0"/>
              </a:spcBef>
              <a:spcAft>
                <a:spcPts val="0"/>
              </a:spcAft>
              <a:buNone/>
            </a:pPr>
            <a:r>
              <a:rPr lang="en-US" sz="2000"/>
              <a:t>Russel and Norvig, AIMA</a:t>
            </a:r>
            <a:endParaRPr/>
          </a:p>
          <a:p>
            <a:pPr indent="0" lvl="0" marL="0" rtl="0" algn="r">
              <a:spcBef>
                <a:spcPts val="0"/>
              </a:spcBef>
              <a:spcAft>
                <a:spcPts val="0"/>
              </a:spcAft>
              <a:buNone/>
            </a:pPr>
            <a:r>
              <a:rPr lang="en-US" sz="2000"/>
              <a:t>book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7"/>
          <p:cNvSpPr txBox="1"/>
          <p:nvPr>
            <p:ph type="title"/>
          </p:nvPr>
        </p:nvSpPr>
        <p:spPr>
          <a:xfrm>
            <a:off x="764540" y="417067"/>
            <a:ext cx="397891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a:latin typeface="Verdana"/>
                <a:ea typeface="Verdana"/>
                <a:cs typeface="Verdana"/>
                <a:sym typeface="Verdana"/>
              </a:rPr>
              <a:t>HISTORY OF AI</a:t>
            </a:r>
            <a:endParaRPr/>
          </a:p>
        </p:txBody>
      </p:sp>
      <p:sp>
        <p:nvSpPr>
          <p:cNvPr id="219" name="Google Shape;219;p17"/>
          <p:cNvSpPr txBox="1"/>
          <p:nvPr/>
        </p:nvSpPr>
        <p:spPr>
          <a:xfrm>
            <a:off x="764540" y="1192530"/>
            <a:ext cx="9051290" cy="4965065"/>
          </a:xfrm>
          <a:prstGeom prst="rect">
            <a:avLst/>
          </a:prstGeom>
          <a:noFill/>
          <a:ln>
            <a:noFill/>
          </a:ln>
        </p:spPr>
        <p:txBody>
          <a:bodyPr anchorCtr="0" anchor="t" bIns="0" lIns="0" spcFirstLastPara="1" rIns="0" wrap="square" tIns="13325">
            <a:spAutoFit/>
          </a:bodyPr>
          <a:lstStyle/>
          <a:p>
            <a:pPr indent="-286385" lvl="0" marL="299085" rtl="0" algn="l">
              <a:lnSpc>
                <a:spcPct val="108000"/>
              </a:lnSpc>
              <a:spcBef>
                <a:spcPts val="0"/>
              </a:spcBef>
              <a:spcAft>
                <a:spcPts val="0"/>
              </a:spcAft>
              <a:buClr>
                <a:srgbClr val="FFFFFF"/>
              </a:buClr>
              <a:buSzPts val="2000"/>
              <a:buFont typeface="Verdana"/>
              <a:buChar char="•"/>
            </a:pPr>
            <a:r>
              <a:rPr lang="en-US" sz="2000">
                <a:solidFill>
                  <a:srgbClr val="FFFFFF"/>
                </a:solidFill>
                <a:latin typeface="Verdana"/>
                <a:ea typeface="Verdana"/>
                <a:cs typeface="Verdana"/>
                <a:sym typeface="Verdana"/>
              </a:rPr>
              <a:t>1950: Turing</a:t>
            </a:r>
            <a:endParaRPr sz="2000">
              <a:latin typeface="Verdana"/>
              <a:ea typeface="Verdana"/>
              <a:cs typeface="Verdana"/>
              <a:sym typeface="Verdana"/>
            </a:endParaRPr>
          </a:p>
          <a:p>
            <a:pPr indent="-285115" lvl="1" marL="755015" rtl="0" algn="l">
              <a:lnSpc>
                <a:spcPct val="108000"/>
              </a:lnSpc>
              <a:spcBef>
                <a:spcPts val="0"/>
              </a:spcBef>
              <a:spcAft>
                <a:spcPts val="0"/>
              </a:spcAft>
              <a:buClr>
                <a:srgbClr val="FFFFFF"/>
              </a:buClr>
              <a:buSzPts val="2000"/>
              <a:buFont typeface="Verdana"/>
              <a:buChar char="–"/>
            </a:pPr>
            <a:r>
              <a:rPr lang="en-US" sz="2000">
                <a:solidFill>
                  <a:srgbClr val="FFFFFF"/>
                </a:solidFill>
                <a:latin typeface="Verdana"/>
                <a:ea typeface="Verdana"/>
                <a:cs typeface="Verdana"/>
                <a:sym typeface="Verdana"/>
              </a:rPr>
              <a:t>Turing's "Computing Machinery and Intelligence“</a:t>
            </a:r>
            <a:endParaRPr sz="2000">
              <a:latin typeface="Verdana"/>
              <a:ea typeface="Verdana"/>
              <a:cs typeface="Verdana"/>
              <a:sym typeface="Verdana"/>
            </a:endParaRPr>
          </a:p>
          <a:p>
            <a:pPr indent="-286385" lvl="0" marL="299085" rtl="0" algn="l">
              <a:lnSpc>
                <a:spcPct val="108000"/>
              </a:lnSpc>
              <a:spcBef>
                <a:spcPts val="1435"/>
              </a:spcBef>
              <a:spcAft>
                <a:spcPts val="0"/>
              </a:spcAft>
              <a:buClr>
                <a:srgbClr val="FFFFFF"/>
              </a:buClr>
              <a:buSzPts val="2000"/>
              <a:buFont typeface="Verdana"/>
              <a:buChar char="•"/>
            </a:pPr>
            <a:r>
              <a:rPr lang="en-US" sz="2000">
                <a:solidFill>
                  <a:srgbClr val="FFFFFF"/>
                </a:solidFill>
                <a:latin typeface="Verdana"/>
                <a:ea typeface="Verdana"/>
                <a:cs typeface="Verdana"/>
                <a:sym typeface="Verdana"/>
              </a:rPr>
              <a:t>1956: birth of AI</a:t>
            </a:r>
            <a:endParaRPr sz="2000">
              <a:latin typeface="Verdana"/>
              <a:ea typeface="Verdana"/>
              <a:cs typeface="Verdana"/>
              <a:sym typeface="Verdana"/>
            </a:endParaRPr>
          </a:p>
          <a:p>
            <a:pPr indent="-285115" lvl="1" marL="755015" rtl="0" algn="l">
              <a:lnSpc>
                <a:spcPct val="108000"/>
              </a:lnSpc>
              <a:spcBef>
                <a:spcPts val="0"/>
              </a:spcBef>
              <a:spcAft>
                <a:spcPts val="0"/>
              </a:spcAft>
              <a:buClr>
                <a:srgbClr val="FFFFFF"/>
              </a:buClr>
              <a:buSzPts val="2000"/>
              <a:buFont typeface="Verdana"/>
              <a:buChar char="–"/>
            </a:pPr>
            <a:r>
              <a:rPr lang="en-US" sz="2000">
                <a:solidFill>
                  <a:srgbClr val="FFFFFF"/>
                </a:solidFill>
                <a:latin typeface="Verdana"/>
                <a:ea typeface="Verdana"/>
                <a:cs typeface="Verdana"/>
                <a:sym typeface="Verdana"/>
              </a:rPr>
              <a:t>Dartmouth meeting: "Artificial Intelligence“ name adopted</a:t>
            </a:r>
            <a:endParaRPr sz="2000">
              <a:latin typeface="Verdana"/>
              <a:ea typeface="Verdana"/>
              <a:cs typeface="Verdana"/>
              <a:sym typeface="Verdana"/>
            </a:endParaRPr>
          </a:p>
          <a:p>
            <a:pPr indent="-286385" lvl="0" marL="299085" rtl="0" algn="l">
              <a:lnSpc>
                <a:spcPct val="108000"/>
              </a:lnSpc>
              <a:spcBef>
                <a:spcPts val="1440"/>
              </a:spcBef>
              <a:spcAft>
                <a:spcPts val="0"/>
              </a:spcAft>
              <a:buClr>
                <a:srgbClr val="FFFFFF"/>
              </a:buClr>
              <a:buSzPts val="2000"/>
              <a:buFont typeface="Verdana"/>
              <a:buChar char="•"/>
            </a:pPr>
            <a:r>
              <a:rPr lang="en-US" sz="2000">
                <a:solidFill>
                  <a:srgbClr val="FFFFFF"/>
                </a:solidFill>
                <a:latin typeface="Verdana"/>
                <a:ea typeface="Verdana"/>
                <a:cs typeface="Verdana"/>
                <a:sym typeface="Verdana"/>
              </a:rPr>
              <a:t>1950s: initial promise</a:t>
            </a:r>
            <a:endParaRPr sz="2000">
              <a:latin typeface="Verdana"/>
              <a:ea typeface="Verdana"/>
              <a:cs typeface="Verdana"/>
              <a:sym typeface="Verdana"/>
            </a:endParaRPr>
          </a:p>
          <a:p>
            <a:pPr indent="-285115" lvl="1" marL="755015" rtl="0" algn="l">
              <a:lnSpc>
                <a:spcPct val="96000"/>
              </a:lnSpc>
              <a:spcBef>
                <a:spcPts val="0"/>
              </a:spcBef>
              <a:spcAft>
                <a:spcPts val="0"/>
              </a:spcAft>
              <a:buClr>
                <a:srgbClr val="FFFFFF"/>
              </a:buClr>
              <a:buSzPts val="2000"/>
              <a:buFont typeface="Verdana"/>
              <a:buChar char="–"/>
            </a:pPr>
            <a:r>
              <a:rPr lang="en-US" sz="2000">
                <a:solidFill>
                  <a:srgbClr val="FFFFFF"/>
                </a:solidFill>
                <a:latin typeface="Verdana"/>
                <a:ea typeface="Verdana"/>
                <a:cs typeface="Verdana"/>
                <a:sym typeface="Verdana"/>
              </a:rPr>
              <a:t>Early AI programs, including</a:t>
            </a:r>
            <a:endParaRPr sz="2000">
              <a:latin typeface="Verdana"/>
              <a:ea typeface="Verdana"/>
              <a:cs typeface="Verdana"/>
              <a:sym typeface="Verdana"/>
            </a:endParaRPr>
          </a:p>
          <a:p>
            <a:pPr indent="-285750" lvl="1" marL="755650" rtl="0" algn="l">
              <a:lnSpc>
                <a:spcPct val="96000"/>
              </a:lnSpc>
              <a:spcBef>
                <a:spcPts val="0"/>
              </a:spcBef>
              <a:spcAft>
                <a:spcPts val="0"/>
              </a:spcAft>
              <a:buClr>
                <a:srgbClr val="FFFFFF"/>
              </a:buClr>
              <a:buSzPts val="2000"/>
              <a:buFont typeface="Verdana"/>
              <a:buChar char="–"/>
            </a:pPr>
            <a:r>
              <a:rPr lang="en-US" sz="2000">
                <a:solidFill>
                  <a:srgbClr val="FFFFFF"/>
                </a:solidFill>
                <a:latin typeface="Verdana"/>
                <a:ea typeface="Verdana"/>
                <a:cs typeface="Verdana"/>
                <a:sym typeface="Verdana"/>
              </a:rPr>
              <a:t>Samuel's checkers program</a:t>
            </a:r>
            <a:endParaRPr sz="2000">
              <a:latin typeface="Verdana"/>
              <a:ea typeface="Verdana"/>
              <a:cs typeface="Verdana"/>
              <a:sym typeface="Verdana"/>
            </a:endParaRPr>
          </a:p>
          <a:p>
            <a:pPr indent="-285115" lvl="1" marL="755015" rtl="0" algn="l">
              <a:lnSpc>
                <a:spcPct val="108000"/>
              </a:lnSpc>
              <a:spcBef>
                <a:spcPts val="0"/>
              </a:spcBef>
              <a:spcAft>
                <a:spcPts val="0"/>
              </a:spcAft>
              <a:buClr>
                <a:srgbClr val="FFFFFF"/>
              </a:buClr>
              <a:buSzPts val="2000"/>
              <a:buFont typeface="Verdana"/>
              <a:buChar char="–"/>
            </a:pPr>
            <a:r>
              <a:rPr lang="en-US" sz="2000">
                <a:solidFill>
                  <a:srgbClr val="FFFFFF"/>
                </a:solidFill>
                <a:latin typeface="Verdana"/>
                <a:ea typeface="Verdana"/>
                <a:cs typeface="Verdana"/>
                <a:sym typeface="Verdana"/>
              </a:rPr>
              <a:t>Newell &amp; Simon's Logic Theory</a:t>
            </a:r>
            <a:endParaRPr sz="2000">
              <a:latin typeface="Verdana"/>
              <a:ea typeface="Verdana"/>
              <a:cs typeface="Verdana"/>
              <a:sym typeface="Verdana"/>
            </a:endParaRPr>
          </a:p>
          <a:p>
            <a:pPr indent="-286385" lvl="0" marL="299085" rtl="0" algn="l">
              <a:lnSpc>
                <a:spcPct val="108000"/>
              </a:lnSpc>
              <a:spcBef>
                <a:spcPts val="1440"/>
              </a:spcBef>
              <a:spcAft>
                <a:spcPts val="0"/>
              </a:spcAft>
              <a:buClr>
                <a:srgbClr val="FFFFFF"/>
              </a:buClr>
              <a:buSzPts val="2000"/>
              <a:buFont typeface="Verdana"/>
              <a:buChar char="•"/>
            </a:pPr>
            <a:r>
              <a:rPr lang="en-US" sz="2000">
                <a:solidFill>
                  <a:srgbClr val="FFFFFF"/>
                </a:solidFill>
                <a:latin typeface="Verdana"/>
                <a:ea typeface="Verdana"/>
                <a:cs typeface="Verdana"/>
                <a:sym typeface="Verdana"/>
              </a:rPr>
              <a:t>1986--	Rise of machine learning</a:t>
            </a:r>
            <a:endParaRPr sz="2000">
              <a:latin typeface="Verdana"/>
              <a:ea typeface="Verdana"/>
              <a:cs typeface="Verdana"/>
              <a:sym typeface="Verdana"/>
            </a:endParaRPr>
          </a:p>
          <a:p>
            <a:pPr indent="-374650" lvl="1" marL="844550" rtl="0" algn="l">
              <a:lnSpc>
                <a:spcPct val="96000"/>
              </a:lnSpc>
              <a:spcBef>
                <a:spcPts val="0"/>
              </a:spcBef>
              <a:spcAft>
                <a:spcPts val="0"/>
              </a:spcAft>
              <a:buClr>
                <a:srgbClr val="FFFFFF"/>
              </a:buClr>
              <a:buSzPts val="2000"/>
              <a:buFont typeface="Verdana"/>
              <a:buChar char="–"/>
            </a:pPr>
            <a:r>
              <a:rPr lang="en-US" sz="2000">
                <a:solidFill>
                  <a:srgbClr val="FFFFFF"/>
                </a:solidFill>
                <a:latin typeface="Verdana"/>
                <a:ea typeface="Verdana"/>
                <a:cs typeface="Verdana"/>
                <a:sym typeface="Verdana"/>
              </a:rPr>
              <a:t>Neural networks return to popularity</a:t>
            </a:r>
            <a:endParaRPr sz="2000">
              <a:latin typeface="Verdana"/>
              <a:ea typeface="Verdana"/>
              <a:cs typeface="Verdana"/>
              <a:sym typeface="Verdana"/>
            </a:endParaRPr>
          </a:p>
          <a:p>
            <a:pPr indent="-374650" lvl="1" marL="844550" rtl="0" algn="l">
              <a:lnSpc>
                <a:spcPct val="96000"/>
              </a:lnSpc>
              <a:spcBef>
                <a:spcPts val="0"/>
              </a:spcBef>
              <a:spcAft>
                <a:spcPts val="0"/>
              </a:spcAft>
              <a:buClr>
                <a:srgbClr val="FFFFFF"/>
              </a:buClr>
              <a:buSzPts val="2000"/>
              <a:buFont typeface="Verdana"/>
              <a:buChar char="–"/>
            </a:pPr>
            <a:r>
              <a:rPr lang="en-US" sz="2000">
                <a:solidFill>
                  <a:srgbClr val="FFFFFF"/>
                </a:solidFill>
                <a:latin typeface="Verdana"/>
                <a:ea typeface="Verdana"/>
                <a:cs typeface="Verdana"/>
                <a:sym typeface="Verdana"/>
              </a:rPr>
              <a:t>Major advances in machine learning algorithms and applications</a:t>
            </a:r>
            <a:endParaRPr sz="2000">
              <a:latin typeface="Verdana"/>
              <a:ea typeface="Verdana"/>
              <a:cs typeface="Verdana"/>
              <a:sym typeface="Verdana"/>
            </a:endParaRPr>
          </a:p>
          <a:p>
            <a:pPr indent="-286385" lvl="0" marL="299085" rtl="0" algn="l">
              <a:lnSpc>
                <a:spcPct val="96000"/>
              </a:lnSpc>
              <a:spcBef>
                <a:spcPts val="0"/>
              </a:spcBef>
              <a:spcAft>
                <a:spcPts val="0"/>
              </a:spcAft>
              <a:buClr>
                <a:srgbClr val="FFFFFF"/>
              </a:buClr>
              <a:buSzPts val="2000"/>
              <a:buFont typeface="Verdana"/>
              <a:buChar char="•"/>
            </a:pPr>
            <a:r>
              <a:rPr lang="en-US" sz="2000">
                <a:solidFill>
                  <a:srgbClr val="FFFFFF"/>
                </a:solidFill>
                <a:latin typeface="Verdana"/>
                <a:ea typeface="Verdana"/>
                <a:cs typeface="Verdana"/>
                <a:sym typeface="Verdana"/>
              </a:rPr>
              <a:t>1990--	Role of uncertainty</a:t>
            </a:r>
            <a:endParaRPr sz="2000">
              <a:latin typeface="Verdana"/>
              <a:ea typeface="Verdana"/>
              <a:cs typeface="Verdana"/>
              <a:sym typeface="Verdana"/>
            </a:endParaRPr>
          </a:p>
          <a:p>
            <a:pPr indent="-285115" lvl="1" marL="755015" rtl="0" algn="l">
              <a:lnSpc>
                <a:spcPct val="108000"/>
              </a:lnSpc>
              <a:spcBef>
                <a:spcPts val="0"/>
              </a:spcBef>
              <a:spcAft>
                <a:spcPts val="0"/>
              </a:spcAft>
              <a:buClr>
                <a:srgbClr val="FFFFFF"/>
              </a:buClr>
              <a:buSzPts val="2000"/>
              <a:buFont typeface="Verdana"/>
              <a:buChar char="–"/>
            </a:pPr>
            <a:r>
              <a:rPr lang="en-US" sz="2000">
                <a:solidFill>
                  <a:srgbClr val="FFFFFF"/>
                </a:solidFill>
                <a:latin typeface="Verdana"/>
                <a:ea typeface="Verdana"/>
                <a:cs typeface="Verdana"/>
                <a:sym typeface="Verdana"/>
              </a:rPr>
              <a:t>Bayesian networks as a knowledge representation framework</a:t>
            </a:r>
            <a:endParaRPr sz="2000">
              <a:latin typeface="Verdana"/>
              <a:ea typeface="Verdana"/>
              <a:cs typeface="Verdana"/>
              <a:sym typeface="Verdana"/>
            </a:endParaRPr>
          </a:p>
          <a:p>
            <a:pPr indent="-286385" lvl="0" marL="299085" rtl="0" algn="l">
              <a:lnSpc>
                <a:spcPct val="108000"/>
              </a:lnSpc>
              <a:spcBef>
                <a:spcPts val="1440"/>
              </a:spcBef>
              <a:spcAft>
                <a:spcPts val="0"/>
              </a:spcAft>
              <a:buClr>
                <a:srgbClr val="FFFFFF"/>
              </a:buClr>
              <a:buSzPts val="2000"/>
              <a:buFont typeface="Verdana"/>
              <a:buChar char="•"/>
            </a:pPr>
            <a:r>
              <a:rPr lang="en-US" sz="2000">
                <a:solidFill>
                  <a:srgbClr val="FFFFFF"/>
                </a:solidFill>
                <a:latin typeface="Verdana"/>
                <a:ea typeface="Verdana"/>
                <a:cs typeface="Verdana"/>
                <a:sym typeface="Verdana"/>
              </a:rPr>
              <a:t>1995-- AI as Science</a:t>
            </a:r>
            <a:endParaRPr sz="2000">
              <a:latin typeface="Verdana"/>
              <a:ea typeface="Verdana"/>
              <a:cs typeface="Verdana"/>
              <a:sym typeface="Verdana"/>
            </a:endParaRPr>
          </a:p>
          <a:p>
            <a:pPr indent="-285750" lvl="1" marL="755650" rtl="0" algn="l">
              <a:lnSpc>
                <a:spcPct val="96000"/>
              </a:lnSpc>
              <a:spcBef>
                <a:spcPts val="0"/>
              </a:spcBef>
              <a:spcAft>
                <a:spcPts val="0"/>
              </a:spcAft>
              <a:buClr>
                <a:srgbClr val="FFFFFF"/>
              </a:buClr>
              <a:buSzPts val="2000"/>
              <a:buFont typeface="Verdana"/>
              <a:buChar char="–"/>
            </a:pPr>
            <a:r>
              <a:rPr lang="en-US" sz="2000">
                <a:solidFill>
                  <a:srgbClr val="FFFFFF"/>
                </a:solidFill>
                <a:latin typeface="Verdana"/>
                <a:ea typeface="Verdana"/>
                <a:cs typeface="Verdana"/>
                <a:sym typeface="Verdana"/>
              </a:rPr>
              <a:t>Integration of learning, reasoning, knowledge representation</a:t>
            </a:r>
            <a:endParaRPr sz="2000">
              <a:latin typeface="Verdana"/>
              <a:ea typeface="Verdana"/>
              <a:cs typeface="Verdana"/>
              <a:sym typeface="Verdana"/>
            </a:endParaRPr>
          </a:p>
          <a:p>
            <a:pPr indent="-285115" lvl="1" marL="755015" rtl="0" algn="l">
              <a:lnSpc>
                <a:spcPct val="108000"/>
              </a:lnSpc>
              <a:spcBef>
                <a:spcPts val="0"/>
              </a:spcBef>
              <a:spcAft>
                <a:spcPts val="0"/>
              </a:spcAft>
              <a:buClr>
                <a:srgbClr val="FFFFFF"/>
              </a:buClr>
              <a:buSzPts val="2000"/>
              <a:buFont typeface="Verdana"/>
              <a:buChar char="–"/>
            </a:pPr>
            <a:r>
              <a:rPr lang="en-US" sz="2000">
                <a:solidFill>
                  <a:srgbClr val="FFFFFF"/>
                </a:solidFill>
                <a:latin typeface="Verdana"/>
                <a:ea typeface="Verdana"/>
                <a:cs typeface="Verdana"/>
                <a:sym typeface="Verdana"/>
              </a:rPr>
              <a:t>AI methods used in vision, language, data mining, etc</a:t>
            </a:r>
            <a:endParaRPr sz="2000">
              <a:latin typeface="Verdana"/>
              <a:ea typeface="Verdana"/>
              <a:cs typeface="Verdana"/>
              <a:sym typeface="Verdan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p18"/>
          <p:cNvPicPr preferRelativeResize="0"/>
          <p:nvPr/>
        </p:nvPicPr>
        <p:blipFill rotWithShape="1">
          <a:blip r:embed="rId3">
            <a:alphaModFix/>
          </a:blip>
          <a:srcRect b="0" l="0" r="0" t="0"/>
          <a:stretch/>
        </p:blipFill>
        <p:spPr>
          <a:xfrm>
            <a:off x="1042416" y="1071372"/>
            <a:ext cx="9724644" cy="4949952"/>
          </a:xfrm>
          <a:prstGeom prst="rect">
            <a:avLst/>
          </a:prstGeom>
          <a:noFill/>
          <a:ln>
            <a:noFill/>
          </a:ln>
        </p:spPr>
      </p:pic>
      <p:sp>
        <p:nvSpPr>
          <p:cNvPr id="225" name="Google Shape;225;p18"/>
          <p:cNvSpPr txBox="1"/>
          <p:nvPr>
            <p:ph type="title"/>
          </p:nvPr>
        </p:nvSpPr>
        <p:spPr>
          <a:xfrm>
            <a:off x="78739" y="163525"/>
            <a:ext cx="9591675" cy="1707565"/>
          </a:xfrm>
          <a:prstGeom prst="rect">
            <a:avLst/>
          </a:prstGeom>
          <a:noFill/>
          <a:ln>
            <a:noFill/>
          </a:ln>
        </p:spPr>
        <p:txBody>
          <a:bodyPr anchorCtr="0" anchor="t" bIns="0" lIns="0" spcFirstLastPara="1" rIns="0" wrap="square" tIns="344325">
            <a:spAutoFit/>
          </a:bodyPr>
          <a:lstStyle/>
          <a:p>
            <a:pPr indent="0" lvl="0" marL="1188085" rtl="0" algn="l">
              <a:lnSpc>
                <a:spcPct val="100000"/>
              </a:lnSpc>
              <a:spcBef>
                <a:spcPts val="0"/>
              </a:spcBef>
              <a:spcAft>
                <a:spcPts val="0"/>
              </a:spcAft>
              <a:buNone/>
            </a:pPr>
            <a:r>
              <a:rPr b="1" lang="en-US" sz="3200">
                <a:solidFill>
                  <a:srgbClr val="FFFFFF"/>
                </a:solidFill>
                <a:latin typeface="Calibri"/>
                <a:ea typeface="Calibri"/>
                <a:cs typeface="Calibri"/>
                <a:sym typeface="Calibri"/>
              </a:rPr>
              <a:t>Artificial Intelligence</a:t>
            </a:r>
            <a:endParaRPr sz="3200">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p19"/>
          <p:cNvPicPr preferRelativeResize="0"/>
          <p:nvPr/>
        </p:nvPicPr>
        <p:blipFill rotWithShape="1">
          <a:blip r:embed="rId3">
            <a:alphaModFix/>
          </a:blip>
          <a:srcRect b="0" l="0" r="0" t="0"/>
          <a:stretch/>
        </p:blipFill>
        <p:spPr>
          <a:xfrm>
            <a:off x="734568" y="1223772"/>
            <a:ext cx="10722864" cy="5196840"/>
          </a:xfrm>
          <a:prstGeom prst="rect">
            <a:avLst/>
          </a:prstGeom>
          <a:noFill/>
          <a:ln>
            <a:noFill/>
          </a:ln>
        </p:spPr>
      </p:pic>
      <p:sp>
        <p:nvSpPr>
          <p:cNvPr id="231" name="Google Shape;231;p19"/>
          <p:cNvSpPr txBox="1"/>
          <p:nvPr>
            <p:ph type="title"/>
          </p:nvPr>
        </p:nvSpPr>
        <p:spPr>
          <a:xfrm>
            <a:off x="78739" y="163525"/>
            <a:ext cx="9591675" cy="1707565"/>
          </a:xfrm>
          <a:prstGeom prst="rect">
            <a:avLst/>
          </a:prstGeom>
          <a:noFill/>
          <a:ln>
            <a:noFill/>
          </a:ln>
        </p:spPr>
        <p:txBody>
          <a:bodyPr anchorCtr="0" anchor="t" bIns="0" lIns="0" spcFirstLastPara="1" rIns="0" wrap="square" tIns="496725">
            <a:spAutoFit/>
          </a:bodyPr>
          <a:lstStyle/>
          <a:p>
            <a:pPr indent="0" lvl="0" marL="746760" rtl="0" algn="l">
              <a:lnSpc>
                <a:spcPct val="100000"/>
              </a:lnSpc>
              <a:spcBef>
                <a:spcPts val="0"/>
              </a:spcBef>
              <a:spcAft>
                <a:spcPts val="0"/>
              </a:spcAft>
              <a:buNone/>
            </a:pPr>
            <a:r>
              <a:rPr b="1" lang="en-US" sz="3200">
                <a:solidFill>
                  <a:srgbClr val="FFFFFF"/>
                </a:solidFill>
                <a:latin typeface="Calibri"/>
                <a:ea typeface="Calibri"/>
                <a:cs typeface="Calibri"/>
                <a:sym typeface="Calibri"/>
              </a:rPr>
              <a:t>ML and DL</a:t>
            </a:r>
            <a:endParaRPr sz="3200">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0"/>
          <p:cNvSpPr txBox="1"/>
          <p:nvPr>
            <p:ph type="title"/>
          </p:nvPr>
        </p:nvSpPr>
        <p:spPr>
          <a:xfrm>
            <a:off x="78739" y="163525"/>
            <a:ext cx="9591675" cy="1707565"/>
          </a:xfrm>
          <a:prstGeom prst="rect">
            <a:avLst/>
          </a:prstGeom>
          <a:noFill/>
          <a:ln>
            <a:noFill/>
          </a:ln>
        </p:spPr>
        <p:txBody>
          <a:bodyPr anchorCtr="0" anchor="t" bIns="0" lIns="0" spcFirstLastPara="1" rIns="0" wrap="square" tIns="77250">
            <a:spAutoFit/>
          </a:bodyPr>
          <a:lstStyle/>
          <a:p>
            <a:pPr indent="0" lvl="0" marL="379095" rtl="0" algn="l">
              <a:lnSpc>
                <a:spcPct val="100000"/>
              </a:lnSpc>
              <a:spcBef>
                <a:spcPts val="0"/>
              </a:spcBef>
              <a:spcAft>
                <a:spcPts val="0"/>
              </a:spcAft>
              <a:buNone/>
            </a:pPr>
            <a:r>
              <a:rPr b="1" lang="en-US">
                <a:solidFill>
                  <a:srgbClr val="FFFFFF"/>
                </a:solidFill>
                <a:latin typeface="Calibri"/>
                <a:ea typeface="Calibri"/>
                <a:cs typeface="Calibri"/>
                <a:sym typeface="Calibri"/>
              </a:rPr>
              <a:t>DL (BIOLOGICAL NEURON)</a:t>
            </a:r>
            <a:endParaRPr/>
          </a:p>
        </p:txBody>
      </p:sp>
      <p:pic>
        <p:nvPicPr>
          <p:cNvPr id="237" name="Google Shape;237;p20"/>
          <p:cNvPicPr preferRelativeResize="0"/>
          <p:nvPr/>
        </p:nvPicPr>
        <p:blipFill rotWithShape="1">
          <a:blip r:embed="rId3">
            <a:alphaModFix/>
          </a:blip>
          <a:srcRect b="0" l="0" r="0" t="0"/>
          <a:stretch/>
        </p:blipFill>
        <p:spPr>
          <a:xfrm>
            <a:off x="708659" y="772666"/>
            <a:ext cx="10521696" cy="597560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1"/>
          <p:cNvSpPr txBox="1"/>
          <p:nvPr>
            <p:ph type="title"/>
          </p:nvPr>
        </p:nvSpPr>
        <p:spPr>
          <a:xfrm>
            <a:off x="78739" y="163525"/>
            <a:ext cx="9591675" cy="1707565"/>
          </a:xfrm>
          <a:prstGeom prst="rect">
            <a:avLst/>
          </a:prstGeom>
          <a:noFill/>
          <a:ln>
            <a:noFill/>
          </a:ln>
        </p:spPr>
        <p:txBody>
          <a:bodyPr anchorCtr="0" anchor="t" bIns="0" lIns="0" spcFirstLastPara="1" rIns="0" wrap="square" tIns="365875">
            <a:spAutoFit/>
          </a:bodyPr>
          <a:lstStyle/>
          <a:p>
            <a:pPr indent="0" lvl="0" marL="838835" rtl="0" algn="l">
              <a:lnSpc>
                <a:spcPct val="100000"/>
              </a:lnSpc>
              <a:spcBef>
                <a:spcPts val="0"/>
              </a:spcBef>
              <a:spcAft>
                <a:spcPts val="0"/>
              </a:spcAft>
              <a:buNone/>
            </a:pPr>
            <a:r>
              <a:rPr lang="en-US">
                <a:solidFill>
                  <a:srgbClr val="FFFFFF"/>
                </a:solidFill>
              </a:rPr>
              <a:t>(BIOLOGICAL NEURON)</a:t>
            </a:r>
            <a:endParaRPr/>
          </a:p>
        </p:txBody>
      </p:sp>
      <p:pic>
        <p:nvPicPr>
          <p:cNvPr id="243" name="Google Shape;243;p21"/>
          <p:cNvPicPr preferRelativeResize="0"/>
          <p:nvPr/>
        </p:nvPicPr>
        <p:blipFill rotWithShape="1">
          <a:blip r:embed="rId3">
            <a:alphaModFix/>
          </a:blip>
          <a:srcRect b="0" l="0" r="0" t="0"/>
          <a:stretch/>
        </p:blipFill>
        <p:spPr>
          <a:xfrm>
            <a:off x="8281416" y="2409444"/>
            <a:ext cx="3773424" cy="2880360"/>
          </a:xfrm>
          <a:prstGeom prst="rect">
            <a:avLst/>
          </a:prstGeom>
          <a:noFill/>
          <a:ln>
            <a:noFill/>
          </a:ln>
        </p:spPr>
      </p:pic>
      <p:pic>
        <p:nvPicPr>
          <p:cNvPr id="244" name="Google Shape;244;p21"/>
          <p:cNvPicPr preferRelativeResize="0"/>
          <p:nvPr/>
        </p:nvPicPr>
        <p:blipFill rotWithShape="1">
          <a:blip r:embed="rId4">
            <a:alphaModFix/>
          </a:blip>
          <a:srcRect b="0" l="0" r="0" t="0"/>
          <a:stretch/>
        </p:blipFill>
        <p:spPr>
          <a:xfrm>
            <a:off x="97535" y="1545336"/>
            <a:ext cx="8080248" cy="46085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2"/>
          <p:cNvSpPr txBox="1"/>
          <p:nvPr>
            <p:ph type="title"/>
          </p:nvPr>
        </p:nvSpPr>
        <p:spPr>
          <a:xfrm>
            <a:off x="78739" y="163525"/>
            <a:ext cx="9591675" cy="1707565"/>
          </a:xfrm>
          <a:prstGeom prst="rect">
            <a:avLst/>
          </a:prstGeom>
          <a:noFill/>
          <a:ln>
            <a:noFill/>
          </a:ln>
        </p:spPr>
        <p:txBody>
          <a:bodyPr anchorCtr="0" anchor="t" bIns="0" lIns="0" spcFirstLastPara="1" rIns="0" wrap="square" tIns="265975">
            <a:spAutoFit/>
          </a:bodyPr>
          <a:lstStyle/>
          <a:p>
            <a:pPr indent="0" lvl="0" marL="12700" rtl="0" algn="l">
              <a:lnSpc>
                <a:spcPct val="100000"/>
              </a:lnSpc>
              <a:spcBef>
                <a:spcPts val="0"/>
              </a:spcBef>
              <a:spcAft>
                <a:spcPts val="0"/>
              </a:spcAft>
              <a:buNone/>
            </a:pPr>
            <a:r>
              <a:rPr lang="en-US">
                <a:solidFill>
                  <a:srgbClr val="FFFFFF"/>
                </a:solidFill>
              </a:rPr>
              <a:t>ARTIFICIAL NEURON</a:t>
            </a:r>
            <a:endParaRPr/>
          </a:p>
        </p:txBody>
      </p:sp>
      <p:pic>
        <p:nvPicPr>
          <p:cNvPr id="250" name="Google Shape;250;p22"/>
          <p:cNvPicPr preferRelativeResize="0"/>
          <p:nvPr/>
        </p:nvPicPr>
        <p:blipFill rotWithShape="1">
          <a:blip r:embed="rId3">
            <a:alphaModFix/>
          </a:blip>
          <a:srcRect b="0" l="0" r="0" t="0"/>
          <a:stretch/>
        </p:blipFill>
        <p:spPr>
          <a:xfrm>
            <a:off x="0" y="954022"/>
            <a:ext cx="12192000" cy="589940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p23"/>
          <p:cNvPicPr preferRelativeResize="0"/>
          <p:nvPr/>
        </p:nvPicPr>
        <p:blipFill rotWithShape="1">
          <a:blip r:embed="rId3">
            <a:alphaModFix/>
          </a:blip>
          <a:srcRect b="0" l="0" r="0" t="0"/>
          <a:stretch/>
        </p:blipFill>
        <p:spPr>
          <a:xfrm>
            <a:off x="1223772" y="810768"/>
            <a:ext cx="9723120" cy="533247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4"/>
          <p:cNvSpPr txBox="1"/>
          <p:nvPr>
            <p:ph type="title"/>
          </p:nvPr>
        </p:nvSpPr>
        <p:spPr>
          <a:xfrm>
            <a:off x="610006" y="292353"/>
            <a:ext cx="482663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a:latin typeface="Verdana"/>
                <a:ea typeface="Verdana"/>
                <a:cs typeface="Verdana"/>
                <a:sym typeface="Verdana"/>
              </a:rPr>
              <a:t>STATE OF THE ART</a:t>
            </a:r>
            <a:endParaRPr/>
          </a:p>
        </p:txBody>
      </p:sp>
      <p:sp>
        <p:nvSpPr>
          <p:cNvPr id="261" name="Google Shape;261;p24"/>
          <p:cNvSpPr txBox="1"/>
          <p:nvPr/>
        </p:nvSpPr>
        <p:spPr>
          <a:xfrm>
            <a:off x="700227" y="1276883"/>
            <a:ext cx="9747250" cy="4833620"/>
          </a:xfrm>
          <a:prstGeom prst="rect">
            <a:avLst/>
          </a:prstGeom>
          <a:noFill/>
          <a:ln>
            <a:noFill/>
          </a:ln>
        </p:spPr>
        <p:txBody>
          <a:bodyPr anchorCtr="0" anchor="t" bIns="0" lIns="0" spcFirstLastPara="1" rIns="0" wrap="square" tIns="206375">
            <a:spAutoFit/>
          </a:bodyPr>
          <a:lstStyle/>
          <a:p>
            <a:pPr indent="-286385" lvl="0" marL="299085" rtl="0" algn="l">
              <a:lnSpc>
                <a:spcPct val="100000"/>
              </a:lnSpc>
              <a:spcBef>
                <a:spcPts val="0"/>
              </a:spcBef>
              <a:spcAft>
                <a:spcPts val="0"/>
              </a:spcAft>
              <a:buClr>
                <a:srgbClr val="FFFFFF"/>
              </a:buClr>
              <a:buSzPts val="2200"/>
              <a:buFont typeface="Arial"/>
              <a:buChar char="•"/>
            </a:pPr>
            <a:r>
              <a:rPr b="1" lang="en-US" sz="2200">
                <a:solidFill>
                  <a:srgbClr val="FFFFFF"/>
                </a:solidFill>
                <a:latin typeface="Calibri"/>
                <a:ea typeface="Calibri"/>
                <a:cs typeface="Calibri"/>
                <a:sym typeface="Calibri"/>
              </a:rPr>
              <a:t>Deep Blue defeated the reigning world chess champion Garry Kasparov in 1997</a:t>
            </a:r>
            <a:endParaRPr sz="2200">
              <a:latin typeface="Calibri"/>
              <a:ea typeface="Calibri"/>
              <a:cs typeface="Calibri"/>
              <a:sym typeface="Calibri"/>
            </a:endParaRPr>
          </a:p>
          <a:p>
            <a:pPr indent="-286385" lvl="0" marL="299085" rtl="0" algn="l">
              <a:lnSpc>
                <a:spcPct val="100000"/>
              </a:lnSpc>
              <a:spcBef>
                <a:spcPts val="1520"/>
              </a:spcBef>
              <a:spcAft>
                <a:spcPts val="0"/>
              </a:spcAft>
              <a:buClr>
                <a:srgbClr val="FFFFFF"/>
              </a:buClr>
              <a:buSzPts val="2200"/>
              <a:buFont typeface="Calibri"/>
              <a:buChar char="•"/>
            </a:pPr>
            <a:r>
              <a:rPr b="1" lang="en-US" sz="2200">
                <a:solidFill>
                  <a:srgbClr val="FFFFFF"/>
                </a:solidFill>
                <a:latin typeface="Calibri"/>
                <a:ea typeface="Calibri"/>
                <a:cs typeface="Calibri"/>
                <a:sym typeface="Calibri"/>
              </a:rPr>
              <a:t>AI program proved a mathematical conjecture (Robbins conjecture) unsolved for</a:t>
            </a:r>
            <a:endParaRPr sz="2200">
              <a:latin typeface="Calibri"/>
              <a:ea typeface="Calibri"/>
              <a:cs typeface="Calibri"/>
              <a:sym typeface="Calibri"/>
            </a:endParaRPr>
          </a:p>
          <a:p>
            <a:pPr indent="0" lvl="0" marL="299085" rtl="0" algn="l">
              <a:lnSpc>
                <a:spcPct val="100000"/>
              </a:lnSpc>
              <a:spcBef>
                <a:spcPts val="530"/>
              </a:spcBef>
              <a:spcAft>
                <a:spcPts val="0"/>
              </a:spcAft>
              <a:buNone/>
            </a:pPr>
            <a:r>
              <a:rPr b="1" lang="en-US" sz="2200">
                <a:solidFill>
                  <a:srgbClr val="FFFFFF"/>
                </a:solidFill>
                <a:latin typeface="Calibri"/>
                <a:ea typeface="Calibri"/>
                <a:cs typeface="Calibri"/>
                <a:sym typeface="Calibri"/>
              </a:rPr>
              <a:t>decades</a:t>
            </a:r>
            <a:endParaRPr sz="2200">
              <a:latin typeface="Calibri"/>
              <a:ea typeface="Calibri"/>
              <a:cs typeface="Calibri"/>
              <a:sym typeface="Calibri"/>
            </a:endParaRPr>
          </a:p>
          <a:p>
            <a:pPr indent="0" lvl="0" marL="0" rtl="0" algn="l">
              <a:lnSpc>
                <a:spcPct val="100000"/>
              </a:lnSpc>
              <a:spcBef>
                <a:spcPts val="484"/>
              </a:spcBef>
              <a:spcAft>
                <a:spcPts val="0"/>
              </a:spcAft>
              <a:buNone/>
            </a:pPr>
            <a:r>
              <a:t/>
            </a:r>
            <a:endParaRPr sz="2200">
              <a:latin typeface="Calibri"/>
              <a:ea typeface="Calibri"/>
              <a:cs typeface="Calibri"/>
              <a:sym typeface="Calibri"/>
            </a:endParaRPr>
          </a:p>
          <a:p>
            <a:pPr indent="-287019" lvl="0" marL="299085" marR="501650" rtl="0" algn="l">
              <a:lnSpc>
                <a:spcPct val="120000"/>
              </a:lnSpc>
              <a:spcBef>
                <a:spcPts val="0"/>
              </a:spcBef>
              <a:spcAft>
                <a:spcPts val="0"/>
              </a:spcAft>
              <a:buClr>
                <a:srgbClr val="FFFFFF"/>
              </a:buClr>
              <a:buSzPts val="2200"/>
              <a:buFont typeface="Calibri"/>
              <a:buChar char="•"/>
            </a:pPr>
            <a:r>
              <a:rPr b="1" lang="en-US" sz="2200">
                <a:solidFill>
                  <a:srgbClr val="FFFFFF"/>
                </a:solidFill>
                <a:latin typeface="Calibri"/>
                <a:ea typeface="Calibri"/>
                <a:cs typeface="Calibri"/>
                <a:sym typeface="Calibri"/>
              </a:rPr>
              <a:t>NASA's on-board autonomous planning program controlled the scheduling of operations for a spacecraft</a:t>
            </a:r>
            <a:endParaRPr sz="2200">
              <a:latin typeface="Calibri"/>
              <a:ea typeface="Calibri"/>
              <a:cs typeface="Calibri"/>
              <a:sym typeface="Calibri"/>
            </a:endParaRPr>
          </a:p>
          <a:p>
            <a:pPr indent="0" lvl="0" marL="0" rtl="0" algn="l">
              <a:lnSpc>
                <a:spcPct val="100000"/>
              </a:lnSpc>
              <a:spcBef>
                <a:spcPts val="484"/>
              </a:spcBef>
              <a:spcAft>
                <a:spcPts val="0"/>
              </a:spcAft>
              <a:buSzPts val="2200"/>
              <a:buFont typeface="Arial"/>
              <a:buNone/>
            </a:pPr>
            <a:r>
              <a:t/>
            </a:r>
            <a:endParaRPr sz="2200">
              <a:latin typeface="Calibri"/>
              <a:ea typeface="Calibri"/>
              <a:cs typeface="Calibri"/>
              <a:sym typeface="Calibri"/>
            </a:endParaRPr>
          </a:p>
          <a:p>
            <a:pPr indent="-287019" lvl="0" marL="299085" marR="5080" rtl="0" algn="l">
              <a:lnSpc>
                <a:spcPct val="120000"/>
              </a:lnSpc>
              <a:spcBef>
                <a:spcPts val="0"/>
              </a:spcBef>
              <a:spcAft>
                <a:spcPts val="0"/>
              </a:spcAft>
              <a:buClr>
                <a:srgbClr val="FFFFFF"/>
              </a:buClr>
              <a:buSzPts val="2200"/>
              <a:buFont typeface="Arial"/>
              <a:buChar char="•"/>
            </a:pPr>
            <a:r>
              <a:rPr b="1" lang="en-US" sz="2200">
                <a:solidFill>
                  <a:srgbClr val="FFFFFF"/>
                </a:solidFill>
                <a:latin typeface="Calibri"/>
                <a:ea typeface="Calibri"/>
                <a:cs typeface="Calibri"/>
                <a:sym typeface="Calibri"/>
              </a:rPr>
              <a:t>Speech recognition: A traveler calling United Airlines to book a flight can have the entire conversation guided by an automated speech recognition and dialog management system.</a:t>
            </a:r>
            <a:endParaRPr sz="2200">
              <a:latin typeface="Calibri"/>
              <a:ea typeface="Calibri"/>
              <a:cs typeface="Calibri"/>
              <a:sym typeface="Calibri"/>
            </a:endParaRPr>
          </a:p>
          <a:p>
            <a:pPr indent="-286385" lvl="0" marL="299085" rtl="0" algn="l">
              <a:lnSpc>
                <a:spcPct val="100000"/>
              </a:lnSpc>
              <a:spcBef>
                <a:spcPts val="1535"/>
              </a:spcBef>
              <a:spcAft>
                <a:spcPts val="0"/>
              </a:spcAft>
              <a:buClr>
                <a:srgbClr val="FFFFFF"/>
              </a:buClr>
              <a:buSzPts val="2200"/>
              <a:buFont typeface="Arial"/>
              <a:buChar char="•"/>
            </a:pPr>
            <a:r>
              <a:rPr b="1" lang="en-US" sz="2200">
                <a:solidFill>
                  <a:srgbClr val="FFFFFF"/>
                </a:solidFill>
                <a:latin typeface="Calibri"/>
                <a:ea typeface="Calibri"/>
                <a:cs typeface="Calibri"/>
                <a:sym typeface="Calibri"/>
              </a:rPr>
              <a:t>Face recognition software available in consumer cameras</a:t>
            </a:r>
            <a:endParaRPr sz="2200">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5"/>
          <p:cNvSpPr txBox="1"/>
          <p:nvPr>
            <p:ph type="title"/>
          </p:nvPr>
        </p:nvSpPr>
        <p:spPr>
          <a:xfrm>
            <a:off x="764540" y="386029"/>
            <a:ext cx="8699500" cy="51435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1" lang="en-US" sz="3200">
                <a:latin typeface="Verdana"/>
                <a:ea typeface="Verdana"/>
                <a:cs typeface="Verdana"/>
                <a:sym typeface="Verdana"/>
              </a:rPr>
              <a:t>WHAT IS ARTIFICIAL INTELLIGENCE?</a:t>
            </a:r>
            <a:endParaRPr sz="3200">
              <a:latin typeface="Verdana"/>
              <a:ea typeface="Verdana"/>
              <a:cs typeface="Verdana"/>
              <a:sym typeface="Verdana"/>
            </a:endParaRPr>
          </a:p>
        </p:txBody>
      </p:sp>
      <p:sp>
        <p:nvSpPr>
          <p:cNvPr id="267" name="Google Shape;267;p25"/>
          <p:cNvSpPr txBox="1"/>
          <p:nvPr/>
        </p:nvSpPr>
        <p:spPr>
          <a:xfrm>
            <a:off x="764540" y="1452499"/>
            <a:ext cx="9679940" cy="3663315"/>
          </a:xfrm>
          <a:prstGeom prst="rect">
            <a:avLst/>
          </a:prstGeom>
          <a:noFill/>
          <a:ln>
            <a:noFill/>
          </a:ln>
        </p:spPr>
        <p:txBody>
          <a:bodyPr anchorCtr="0" anchor="t" bIns="0" lIns="0" spcFirstLastPara="1" rIns="0" wrap="square" tIns="83175">
            <a:spAutoFit/>
          </a:bodyPr>
          <a:lstStyle/>
          <a:p>
            <a:pPr indent="0" lvl="0" marL="12700" marR="5080" rtl="0" algn="l">
              <a:lnSpc>
                <a:spcPct val="80000"/>
              </a:lnSpc>
              <a:spcBef>
                <a:spcPts val="0"/>
              </a:spcBef>
              <a:spcAft>
                <a:spcPts val="0"/>
              </a:spcAft>
              <a:buNone/>
            </a:pPr>
            <a:r>
              <a:rPr lang="en-US" sz="2300">
                <a:solidFill>
                  <a:srgbClr val="FFFFFF"/>
                </a:solidFill>
                <a:latin typeface="Calibri"/>
                <a:ea typeface="Calibri"/>
                <a:cs typeface="Calibri"/>
                <a:sym typeface="Calibri"/>
              </a:rPr>
              <a:t>It is the science and engineering of making intelligent machines, especially intelligent computer programs. It is related to the similar task of using computers to understand human intelligence, but AI does not have to confine itself to methods that are biologically observable.</a:t>
            </a:r>
            <a:endParaRPr sz="2300">
              <a:latin typeface="Calibri"/>
              <a:ea typeface="Calibri"/>
              <a:cs typeface="Calibri"/>
              <a:sym typeface="Calibri"/>
            </a:endParaRPr>
          </a:p>
          <a:p>
            <a:pPr indent="0" lvl="0" marL="0" rtl="0" algn="l">
              <a:lnSpc>
                <a:spcPct val="100000"/>
              </a:lnSpc>
              <a:spcBef>
                <a:spcPts val="850"/>
              </a:spcBef>
              <a:spcAft>
                <a:spcPts val="0"/>
              </a:spcAft>
              <a:buNone/>
            </a:pPr>
            <a:r>
              <a:t/>
            </a:r>
            <a:endParaRPr sz="2300">
              <a:latin typeface="Calibri"/>
              <a:ea typeface="Calibri"/>
              <a:cs typeface="Calibri"/>
              <a:sym typeface="Calibri"/>
            </a:endParaRPr>
          </a:p>
          <a:p>
            <a:pPr indent="0" lvl="0" marL="79375" rtl="0" algn="l">
              <a:lnSpc>
                <a:spcPct val="100000"/>
              </a:lnSpc>
              <a:spcBef>
                <a:spcPts val="0"/>
              </a:spcBef>
              <a:spcAft>
                <a:spcPts val="0"/>
              </a:spcAft>
              <a:buNone/>
            </a:pPr>
            <a:r>
              <a:rPr lang="en-US" sz="2300">
                <a:solidFill>
                  <a:srgbClr val="FFFF00"/>
                </a:solidFill>
                <a:latin typeface="Calibri"/>
                <a:ea typeface="Calibri"/>
                <a:cs typeface="Calibri"/>
                <a:sym typeface="Calibri"/>
              </a:rPr>
              <a:t>Views of AI fall into four categories:</a:t>
            </a:r>
            <a:endParaRPr sz="2300">
              <a:latin typeface="Calibri"/>
              <a:ea typeface="Calibri"/>
              <a:cs typeface="Calibri"/>
              <a:sym typeface="Calibri"/>
            </a:endParaRPr>
          </a:p>
          <a:p>
            <a:pPr indent="-286385" lvl="0" marL="299085" rtl="0" algn="l">
              <a:lnSpc>
                <a:spcPct val="100000"/>
              </a:lnSpc>
              <a:spcBef>
                <a:spcPts val="450"/>
              </a:spcBef>
              <a:spcAft>
                <a:spcPts val="0"/>
              </a:spcAft>
              <a:buClr>
                <a:srgbClr val="FFFFFF"/>
              </a:buClr>
              <a:buSzPts val="2300"/>
              <a:buFont typeface="Arial"/>
              <a:buChar char="•"/>
            </a:pPr>
            <a:r>
              <a:rPr lang="en-US" sz="2300">
                <a:solidFill>
                  <a:srgbClr val="FFFFFF"/>
                </a:solidFill>
                <a:latin typeface="Calibri"/>
                <a:ea typeface="Calibri"/>
                <a:cs typeface="Calibri"/>
                <a:sym typeface="Calibri"/>
              </a:rPr>
              <a:t>Thinking Humanly</a:t>
            </a:r>
            <a:endParaRPr sz="2300">
              <a:latin typeface="Calibri"/>
              <a:ea typeface="Calibri"/>
              <a:cs typeface="Calibri"/>
              <a:sym typeface="Calibri"/>
            </a:endParaRPr>
          </a:p>
          <a:p>
            <a:pPr indent="-286385" lvl="0" marL="299085" rtl="0" algn="l">
              <a:lnSpc>
                <a:spcPct val="100000"/>
              </a:lnSpc>
              <a:spcBef>
                <a:spcPts val="445"/>
              </a:spcBef>
              <a:spcAft>
                <a:spcPts val="0"/>
              </a:spcAft>
              <a:buClr>
                <a:srgbClr val="FFFFFF"/>
              </a:buClr>
              <a:buSzPts val="2300"/>
              <a:buFont typeface="Arial"/>
              <a:buChar char="•"/>
            </a:pPr>
            <a:r>
              <a:rPr lang="en-US" sz="2300">
                <a:solidFill>
                  <a:srgbClr val="FFFFFF"/>
                </a:solidFill>
                <a:latin typeface="Calibri"/>
                <a:ea typeface="Calibri"/>
                <a:cs typeface="Calibri"/>
                <a:sym typeface="Calibri"/>
              </a:rPr>
              <a:t>Acting Humanly</a:t>
            </a:r>
            <a:endParaRPr sz="2300">
              <a:latin typeface="Calibri"/>
              <a:ea typeface="Calibri"/>
              <a:cs typeface="Calibri"/>
              <a:sym typeface="Calibri"/>
            </a:endParaRPr>
          </a:p>
          <a:p>
            <a:pPr indent="-286385" lvl="0" marL="299085" rtl="0" algn="l">
              <a:lnSpc>
                <a:spcPct val="100000"/>
              </a:lnSpc>
              <a:spcBef>
                <a:spcPts val="455"/>
              </a:spcBef>
              <a:spcAft>
                <a:spcPts val="0"/>
              </a:spcAft>
              <a:buClr>
                <a:srgbClr val="FFFFFF"/>
              </a:buClr>
              <a:buSzPts val="2300"/>
              <a:buFont typeface="Arial"/>
              <a:buChar char="•"/>
            </a:pPr>
            <a:r>
              <a:rPr lang="en-US" sz="2300">
                <a:solidFill>
                  <a:srgbClr val="FFFFFF"/>
                </a:solidFill>
                <a:latin typeface="Calibri"/>
                <a:ea typeface="Calibri"/>
                <a:cs typeface="Calibri"/>
                <a:sym typeface="Calibri"/>
              </a:rPr>
              <a:t>Thinking Rationally</a:t>
            </a:r>
            <a:endParaRPr sz="2300">
              <a:latin typeface="Calibri"/>
              <a:ea typeface="Calibri"/>
              <a:cs typeface="Calibri"/>
              <a:sym typeface="Calibri"/>
            </a:endParaRPr>
          </a:p>
          <a:p>
            <a:pPr indent="-286385" lvl="0" marL="299085" rtl="0" algn="l">
              <a:lnSpc>
                <a:spcPct val="100000"/>
              </a:lnSpc>
              <a:spcBef>
                <a:spcPts val="445"/>
              </a:spcBef>
              <a:spcAft>
                <a:spcPts val="0"/>
              </a:spcAft>
              <a:buClr>
                <a:srgbClr val="FFFFFF"/>
              </a:buClr>
              <a:buSzPts val="2300"/>
              <a:buFont typeface="Arial"/>
              <a:buChar char="•"/>
            </a:pPr>
            <a:r>
              <a:rPr lang="en-US" sz="2300">
                <a:solidFill>
                  <a:srgbClr val="FFFFFF"/>
                </a:solidFill>
                <a:latin typeface="Calibri"/>
                <a:ea typeface="Calibri"/>
                <a:cs typeface="Calibri"/>
                <a:sym typeface="Calibri"/>
              </a:rPr>
              <a:t>Acting Rationally</a:t>
            </a:r>
            <a:endParaRPr sz="2300">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6"/>
          <p:cNvSpPr txBox="1"/>
          <p:nvPr>
            <p:ph type="title"/>
          </p:nvPr>
        </p:nvSpPr>
        <p:spPr>
          <a:xfrm>
            <a:off x="78739" y="163525"/>
            <a:ext cx="9591675" cy="170756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Definitions</a:t>
            </a:r>
            <a:endParaRPr/>
          </a:p>
        </p:txBody>
      </p:sp>
      <p:graphicFrame>
        <p:nvGraphicFramePr>
          <p:cNvPr id="273" name="Google Shape;273;p26"/>
          <p:cNvGraphicFramePr/>
          <p:nvPr/>
        </p:nvGraphicFramePr>
        <p:xfrm>
          <a:off x="192365" y="992302"/>
          <a:ext cx="3000000" cy="3000000"/>
        </p:xfrm>
        <a:graphic>
          <a:graphicData uri="http://schemas.openxmlformats.org/drawingml/2006/table">
            <a:tbl>
              <a:tblPr bandRow="1" firstRow="1">
                <a:noFill/>
                <a:tableStyleId>{0E84464F-F750-41FC-9E8E-28237FA27DE6}</a:tableStyleId>
              </a:tblPr>
              <a:tblGrid>
                <a:gridCol w="5120650"/>
                <a:gridCol w="5120650"/>
                <a:gridCol w="1371600"/>
              </a:tblGrid>
              <a:tr h="2468875">
                <a:tc>
                  <a:txBody>
                    <a:bodyPr/>
                    <a:lstStyle/>
                    <a:p>
                      <a:pPr indent="0" lvl="0" marL="0" marR="0" rtl="0" algn="ctr">
                        <a:spcBef>
                          <a:spcPts val="0"/>
                        </a:spcBef>
                        <a:spcAft>
                          <a:spcPts val="0"/>
                        </a:spcAft>
                        <a:buNone/>
                      </a:pPr>
                      <a:r>
                        <a:rPr b="0" lang="en-US" sz="2400" u="none" cap="none" strike="noStrike"/>
                        <a:t>Thinking Humanly</a:t>
                      </a:r>
                      <a:endParaRPr/>
                    </a:p>
                    <a:p>
                      <a:pPr indent="0" lvl="0" marL="0" marR="0" rtl="0" algn="l">
                        <a:spcBef>
                          <a:spcPts val="0"/>
                        </a:spcBef>
                        <a:spcAft>
                          <a:spcPts val="0"/>
                        </a:spcAft>
                        <a:buNone/>
                      </a:pPr>
                      <a:r>
                        <a:rPr b="0" lang="en-US" sz="2800" u="none" cap="none" strike="noStrike">
                          <a:solidFill>
                            <a:srgbClr val="000000"/>
                          </a:solidFill>
                        </a:rPr>
                        <a:t>The automation of activities that we associate with human thinking… (Bellman)</a:t>
                      </a:r>
                      <a:endParaRPr b="0" sz="2800" u="none" cap="none" strike="noStrike">
                        <a:solidFill>
                          <a:srgbClr val="000000"/>
                        </a:solidFill>
                      </a:endParaRPr>
                    </a:p>
                  </a:txBody>
                  <a:tcPr marT="45725" marB="45725" marR="91450" marL="91450">
                    <a:noFill/>
                  </a:tcPr>
                </a:tc>
                <a:tc>
                  <a:txBody>
                    <a:bodyPr/>
                    <a:lstStyle/>
                    <a:p>
                      <a:pPr indent="0" lvl="0" marL="0" marR="0" rtl="0" algn="ctr">
                        <a:spcBef>
                          <a:spcPts val="0"/>
                        </a:spcBef>
                        <a:spcAft>
                          <a:spcPts val="0"/>
                        </a:spcAft>
                        <a:buNone/>
                      </a:pPr>
                      <a:r>
                        <a:rPr b="0" lang="en-US" sz="2400" u="none" cap="none" strike="noStrike"/>
                        <a:t>Thinking Rationally</a:t>
                      </a:r>
                      <a:endParaRPr/>
                    </a:p>
                    <a:p>
                      <a:pPr indent="0" lvl="0" marL="0" marR="0" rtl="0" algn="l">
                        <a:spcBef>
                          <a:spcPts val="0"/>
                        </a:spcBef>
                        <a:spcAft>
                          <a:spcPts val="0"/>
                        </a:spcAft>
                        <a:buNone/>
                      </a:pPr>
                      <a:r>
                        <a:rPr b="0" lang="en-US" sz="2400" u="none" cap="none" strike="noStrike">
                          <a:solidFill>
                            <a:srgbClr val="000000"/>
                          </a:solidFill>
                        </a:rPr>
                        <a:t>The study of the computations that make it possible to perceive, reason, and act (Wilson)</a:t>
                      </a:r>
                      <a:endParaRPr b="0" sz="2400">
                        <a:solidFill>
                          <a:srgbClr val="000000"/>
                        </a:solidFill>
                      </a:endParaRPr>
                    </a:p>
                  </a:txBody>
                  <a:tcPr marT="45725" marB="45725" marR="91450" marL="91450">
                    <a:noFill/>
                  </a:tcPr>
                </a:tc>
                <a:tc>
                  <a:txBody>
                    <a:bodyPr/>
                    <a:lstStyle/>
                    <a:p>
                      <a:pPr indent="0" lvl="0" marL="0" marR="0" rtl="0" algn="ctr">
                        <a:spcBef>
                          <a:spcPts val="0"/>
                        </a:spcBef>
                        <a:spcAft>
                          <a:spcPts val="0"/>
                        </a:spcAft>
                        <a:buNone/>
                      </a:pPr>
                      <a:r>
                        <a:rPr b="0" lang="en-US" sz="1800">
                          <a:solidFill>
                            <a:srgbClr val="000000"/>
                          </a:solidFill>
                        </a:rPr>
                        <a:t>Thought</a:t>
                      </a:r>
                      <a:endParaRPr/>
                    </a:p>
                  </a:txBody>
                  <a:tcPr marT="45725" marB="45725" marR="91450" marL="91450" anchor="b">
                    <a:solidFill>
                      <a:srgbClr val="EBF1E9"/>
                    </a:solidFill>
                  </a:tcPr>
                </a:tc>
              </a:tr>
              <a:tr h="2468875">
                <a:tc>
                  <a:txBody>
                    <a:bodyPr/>
                    <a:lstStyle/>
                    <a:p>
                      <a:pPr indent="0" lvl="0" marL="0" marR="0" rtl="0" algn="ctr">
                        <a:spcBef>
                          <a:spcPts val="0"/>
                        </a:spcBef>
                        <a:spcAft>
                          <a:spcPts val="0"/>
                        </a:spcAft>
                        <a:buNone/>
                      </a:pPr>
                      <a:r>
                        <a:rPr lang="en-US" sz="2400" u="none">
                          <a:solidFill>
                            <a:srgbClr val="92D050"/>
                          </a:solidFill>
                        </a:rPr>
                        <a:t>Acting</a:t>
                      </a:r>
                      <a:r>
                        <a:rPr lang="en-US" sz="2400" u="none">
                          <a:solidFill>
                            <a:srgbClr val="92D050"/>
                          </a:solidFill>
                        </a:rPr>
                        <a:t> Humanly</a:t>
                      </a:r>
                      <a:endParaRPr/>
                    </a:p>
                    <a:p>
                      <a:pPr indent="0" lvl="0" marL="0" marR="0" rtl="0" algn="l">
                        <a:spcBef>
                          <a:spcPts val="0"/>
                        </a:spcBef>
                        <a:spcAft>
                          <a:spcPts val="0"/>
                        </a:spcAft>
                        <a:buNone/>
                      </a:pPr>
                      <a:r>
                        <a:rPr lang="en-US" sz="2400"/>
                        <a:t>The study of how to make computers do things at which, at the moment, people are better (Rich and Knight)</a:t>
                      </a:r>
                      <a:endParaRPr sz="2400"/>
                    </a:p>
                  </a:txBody>
                  <a:tcPr marT="45725" marB="45725" marR="91450" marL="91450">
                    <a:noFill/>
                  </a:tcPr>
                </a:tc>
                <a:tc>
                  <a:txBody>
                    <a:bodyPr/>
                    <a:lstStyle/>
                    <a:p>
                      <a:pPr indent="0" lvl="0" marL="0" marR="0" rtl="0" algn="ctr">
                        <a:spcBef>
                          <a:spcPts val="0"/>
                        </a:spcBef>
                        <a:spcAft>
                          <a:spcPts val="0"/>
                        </a:spcAft>
                        <a:buNone/>
                      </a:pPr>
                      <a:r>
                        <a:rPr b="1" lang="en-US" sz="2400" u="none">
                          <a:solidFill>
                            <a:srgbClr val="92D050"/>
                          </a:solidFill>
                        </a:rPr>
                        <a:t>Acting Rationally</a:t>
                      </a:r>
                      <a:endParaRPr/>
                    </a:p>
                    <a:p>
                      <a:pPr indent="0" lvl="0" marL="0" marR="0" rtl="0" algn="l">
                        <a:spcBef>
                          <a:spcPts val="0"/>
                        </a:spcBef>
                        <a:spcAft>
                          <a:spcPts val="0"/>
                        </a:spcAft>
                        <a:buNone/>
                      </a:pPr>
                      <a:r>
                        <a:rPr lang="en-US" sz="2400"/>
                        <a:t>AI</a:t>
                      </a:r>
                      <a:r>
                        <a:rPr lang="en-US" sz="2400"/>
                        <a:t> is concerned with intelligent behavior in artifacts (Nilsson) </a:t>
                      </a:r>
                      <a:endParaRPr sz="2400"/>
                    </a:p>
                  </a:txBody>
                  <a:tcPr marT="45725" marB="45725" marR="91450" marL="91450">
                    <a:noFill/>
                  </a:tcPr>
                </a:tc>
                <a:tc>
                  <a:txBody>
                    <a:bodyPr/>
                    <a:lstStyle/>
                    <a:p>
                      <a:pPr indent="0" lvl="0" marL="0" marR="0" rtl="0" algn="ctr">
                        <a:spcBef>
                          <a:spcPts val="0"/>
                        </a:spcBef>
                        <a:spcAft>
                          <a:spcPts val="0"/>
                        </a:spcAft>
                        <a:buNone/>
                      </a:pPr>
                      <a:r>
                        <a:rPr lang="en-US" sz="1800"/>
                        <a:t>Behaviour</a:t>
                      </a:r>
                      <a:endParaRPr sz="1800"/>
                    </a:p>
                  </a:txBody>
                  <a:tcPr marT="45725" marB="45725" marR="91450" marL="91450" anchor="b">
                    <a:solidFill>
                      <a:srgbClr val="EBF1E9"/>
                    </a:solidFill>
                  </a:tcPr>
                </a:tc>
              </a:tr>
              <a:tr h="203200">
                <a:tc>
                  <a:txBody>
                    <a:bodyPr/>
                    <a:lstStyle/>
                    <a:p>
                      <a:pPr indent="0" lvl="0" marL="0" marR="0" rtl="0" algn="ctr">
                        <a:lnSpc>
                          <a:spcPct val="100000"/>
                        </a:lnSpc>
                        <a:spcBef>
                          <a:spcPts val="0"/>
                        </a:spcBef>
                        <a:spcAft>
                          <a:spcPts val="0"/>
                        </a:spcAft>
                        <a:buSzPts val="1600"/>
                        <a:buFont typeface="Calibri"/>
                        <a:buNone/>
                      </a:pPr>
                      <a:r>
                        <a:rPr lang="en-US" sz="1600"/>
                        <a:t>Human performance metric: involving observations</a:t>
                      </a:r>
                      <a:r>
                        <a:rPr lang="en-US" sz="1600"/>
                        <a:t> and hypothesis</a:t>
                      </a:r>
                      <a:endParaRPr sz="1600"/>
                    </a:p>
                  </a:txBody>
                  <a:tcPr marT="45725" marB="45725" marR="91450" marL="91450">
                    <a:noFill/>
                  </a:tcPr>
                </a:tc>
                <a:tc>
                  <a:txBody>
                    <a:bodyPr/>
                    <a:lstStyle/>
                    <a:p>
                      <a:pPr indent="0" lvl="0" marL="0" marR="0" rtl="0" algn="ctr">
                        <a:lnSpc>
                          <a:spcPct val="100000"/>
                        </a:lnSpc>
                        <a:spcBef>
                          <a:spcPts val="0"/>
                        </a:spcBef>
                        <a:spcAft>
                          <a:spcPts val="0"/>
                        </a:spcAft>
                        <a:buSzPts val="1600"/>
                        <a:buFont typeface="Calibri"/>
                        <a:buNone/>
                      </a:pPr>
                      <a:r>
                        <a:rPr lang="en-US" sz="1600"/>
                        <a:t>Ideal or rational performance metric:</a:t>
                      </a:r>
                      <a:r>
                        <a:rPr lang="en-US" sz="1600"/>
                        <a:t> combination of mathematics and engineering</a:t>
                      </a:r>
                      <a:endParaRPr sz="1600"/>
                    </a:p>
                  </a:txBody>
                  <a:tcPr marT="45725" marB="45725" marR="91450" marL="91450">
                    <a:noFill/>
                  </a:tcPr>
                </a:tc>
                <a:tc>
                  <a:txBody>
                    <a:bodyPr/>
                    <a:lstStyle/>
                    <a:p>
                      <a:pPr indent="0" lvl="0" marL="0" marR="0" rtl="0" algn="ctr">
                        <a:lnSpc>
                          <a:spcPct val="100000"/>
                        </a:lnSpc>
                        <a:spcBef>
                          <a:spcPts val="0"/>
                        </a:spcBef>
                        <a:spcAft>
                          <a:spcPts val="0"/>
                        </a:spcAft>
                        <a:buSzPts val="1600"/>
                        <a:buFont typeface="Calibri"/>
                        <a:buNone/>
                      </a:pPr>
                      <a:r>
                        <a:t/>
                      </a:r>
                      <a:endParaRPr sz="1600"/>
                    </a:p>
                  </a:txBody>
                  <a:tcPr marT="45725" marB="45725" marR="91450" marL="91450">
                    <a:noFill/>
                  </a:tcPr>
                </a:tc>
              </a:tr>
            </a:tbl>
          </a:graphicData>
        </a:graphic>
      </p:graphicFrame>
      <p:sp>
        <p:nvSpPr>
          <p:cNvPr id="274" name="Google Shape;274;p26"/>
          <p:cNvSpPr/>
          <p:nvPr/>
        </p:nvSpPr>
        <p:spPr>
          <a:xfrm>
            <a:off x="11652845" y="931545"/>
            <a:ext cx="480060" cy="4994910"/>
          </a:xfrm>
          <a:prstGeom prst="upArrow">
            <a:avLst>
              <a:gd fmla="val 50000" name="adj1"/>
              <a:gd fmla="val 50000" name="adj2"/>
            </a:avLst>
          </a:prstGeom>
          <a:solidFill>
            <a:schemeClr val="accent2"/>
          </a:solidFill>
          <a:ln cap="flat" cmpd="sng" w="25400">
            <a:solidFill>
              <a:srgbClr val="512120"/>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275" name="Google Shape;275;p26"/>
          <p:cNvSpPr/>
          <p:nvPr/>
        </p:nvSpPr>
        <p:spPr>
          <a:xfrm>
            <a:off x="192365" y="6509182"/>
            <a:ext cx="11466235" cy="348814"/>
          </a:xfrm>
          <a:prstGeom prst="leftArrow">
            <a:avLst>
              <a:gd fmla="val 50000" name="adj1"/>
              <a:gd fmla="val 50000" name="adj2"/>
            </a:avLst>
          </a:prstGeom>
          <a:solidFill>
            <a:schemeClr val="accent2"/>
          </a:solidFill>
          <a:ln cap="flat" cmpd="sng" w="25400">
            <a:solidFill>
              <a:srgbClr val="512120"/>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276" name="Google Shape;276;p26"/>
          <p:cNvSpPr/>
          <p:nvPr/>
        </p:nvSpPr>
        <p:spPr>
          <a:xfrm>
            <a:off x="5372100" y="992302"/>
            <a:ext cx="4949190" cy="2436698"/>
          </a:xfrm>
          <a:prstGeom prst="rect">
            <a:avLst/>
          </a:prstGeom>
          <a:solidFill>
            <a:schemeClr val="accent6"/>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277" name="Google Shape;277;p26"/>
          <p:cNvSpPr/>
          <p:nvPr/>
        </p:nvSpPr>
        <p:spPr>
          <a:xfrm>
            <a:off x="270510" y="992302"/>
            <a:ext cx="4949190" cy="2436698"/>
          </a:xfrm>
          <a:prstGeom prst="rect">
            <a:avLst/>
          </a:prstGeom>
          <a:solidFill>
            <a:schemeClr val="accent6"/>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278" name="Google Shape;278;p26"/>
          <p:cNvSpPr/>
          <p:nvPr/>
        </p:nvSpPr>
        <p:spPr>
          <a:xfrm>
            <a:off x="270510" y="3479381"/>
            <a:ext cx="4949190" cy="2436698"/>
          </a:xfrm>
          <a:prstGeom prst="rect">
            <a:avLst/>
          </a:prstGeom>
          <a:solidFill>
            <a:schemeClr val="accent6"/>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
        <p:nvSpPr>
          <p:cNvPr id="279" name="Google Shape;279;p26"/>
          <p:cNvSpPr/>
          <p:nvPr/>
        </p:nvSpPr>
        <p:spPr>
          <a:xfrm>
            <a:off x="5372100" y="3489757"/>
            <a:ext cx="4949190" cy="2436698"/>
          </a:xfrm>
          <a:prstGeom prst="rect">
            <a:avLst/>
          </a:prstGeom>
          <a:solidFill>
            <a:schemeClr val="accent6"/>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8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750"/>
                                        <p:tgtEl>
                                          <p:spTgt spid="276"/>
                                        </p:tgtEl>
                                      </p:cBhvr>
                                    </p:animEffect>
                                    <p:set>
                                      <p:cBhvr>
                                        <p:cTn dur="1" fill="hold">
                                          <p:stCondLst>
                                            <p:cond delay="750"/>
                                          </p:stCondLst>
                                        </p:cTn>
                                        <p:tgtEl>
                                          <p:spTgt spid="27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750"/>
                                        <p:tgtEl>
                                          <p:spTgt spid="277"/>
                                        </p:tgtEl>
                                      </p:cBhvr>
                                    </p:animEffect>
                                    <p:set>
                                      <p:cBhvr>
                                        <p:cTn dur="1" fill="hold">
                                          <p:stCondLst>
                                            <p:cond delay="750"/>
                                          </p:stCondLst>
                                        </p:cTn>
                                        <p:tgtEl>
                                          <p:spTgt spid="27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750"/>
                                        <p:tgtEl>
                                          <p:spTgt spid="278"/>
                                        </p:tgtEl>
                                      </p:cBhvr>
                                    </p:animEffect>
                                    <p:set>
                                      <p:cBhvr>
                                        <p:cTn dur="1" fill="hold">
                                          <p:stCondLst>
                                            <p:cond delay="750"/>
                                          </p:stCondLst>
                                        </p:cTn>
                                        <p:tgtEl>
                                          <p:spTgt spid="27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750"/>
                                        <p:tgtEl>
                                          <p:spTgt spid="279"/>
                                        </p:tgtEl>
                                      </p:cBhvr>
                                    </p:animEffect>
                                    <p:set>
                                      <p:cBhvr>
                                        <p:cTn dur="1" fill="hold">
                                          <p:stCondLst>
                                            <p:cond delay="750"/>
                                          </p:stCondLst>
                                        </p:cTn>
                                        <p:tgtEl>
                                          <p:spTgt spid="27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descr="A white and blue text on a white background&#10;&#10;Description automatically generated" id="284" name="Google Shape;284;p27"/>
          <p:cNvPicPr preferRelativeResize="0"/>
          <p:nvPr/>
        </p:nvPicPr>
        <p:blipFill rotWithShape="1">
          <a:blip r:embed="rId3">
            <a:alphaModFix/>
          </a:blip>
          <a:srcRect b="0" l="0" r="0" t="0"/>
          <a:stretch/>
        </p:blipFill>
        <p:spPr>
          <a:xfrm>
            <a:off x="2209800" y="783638"/>
            <a:ext cx="7772400" cy="529072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8"/>
          <p:cNvSpPr txBox="1"/>
          <p:nvPr>
            <p:ph type="title"/>
          </p:nvPr>
        </p:nvSpPr>
        <p:spPr>
          <a:xfrm>
            <a:off x="236626" y="304876"/>
            <a:ext cx="8549640" cy="5746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a:latin typeface="Verdana"/>
                <a:ea typeface="Verdana"/>
                <a:cs typeface="Verdana"/>
                <a:sym typeface="Verdana"/>
              </a:rPr>
              <a:t>ACTING HUMANLY: TURING TEST</a:t>
            </a:r>
            <a:endParaRPr/>
          </a:p>
        </p:txBody>
      </p:sp>
      <p:sp>
        <p:nvSpPr>
          <p:cNvPr id="290" name="Google Shape;290;p28"/>
          <p:cNvSpPr txBox="1"/>
          <p:nvPr/>
        </p:nvSpPr>
        <p:spPr>
          <a:xfrm>
            <a:off x="442671" y="1127485"/>
            <a:ext cx="7573009" cy="1259840"/>
          </a:xfrm>
          <a:prstGeom prst="rect">
            <a:avLst/>
          </a:prstGeom>
          <a:noFill/>
          <a:ln>
            <a:noFill/>
          </a:ln>
        </p:spPr>
        <p:txBody>
          <a:bodyPr anchorCtr="0" anchor="t" bIns="0" lIns="0" spcFirstLastPara="1" rIns="0" wrap="square" tIns="149225">
            <a:spAutoFit/>
          </a:bodyPr>
          <a:lstStyle/>
          <a:p>
            <a:pPr indent="-367030" lvl="0" marL="379730" rtl="0" algn="l">
              <a:lnSpc>
                <a:spcPct val="100000"/>
              </a:lnSpc>
              <a:spcBef>
                <a:spcPts val="0"/>
              </a:spcBef>
              <a:spcAft>
                <a:spcPts val="0"/>
              </a:spcAft>
              <a:buClr>
                <a:srgbClr val="FFFFFF"/>
              </a:buClr>
              <a:buSzPts val="1800"/>
              <a:buFont typeface="Verdana"/>
              <a:buChar char="•"/>
            </a:pPr>
            <a:r>
              <a:rPr lang="en-US" sz="1800">
                <a:solidFill>
                  <a:srgbClr val="FFFFFF"/>
                </a:solidFill>
                <a:latin typeface="Verdana"/>
                <a:ea typeface="Verdana"/>
                <a:cs typeface="Verdana"/>
                <a:sym typeface="Verdana"/>
              </a:rPr>
              <a:t>Alan Turing (1950) "Computing machinery and intelligence“</a:t>
            </a:r>
            <a:endParaRPr sz="1800">
              <a:latin typeface="Verdana"/>
              <a:ea typeface="Verdana"/>
              <a:cs typeface="Verdana"/>
              <a:sym typeface="Verdana"/>
            </a:endParaRPr>
          </a:p>
          <a:p>
            <a:pPr indent="-286385" lvl="0" marL="299085" rtl="0" algn="l">
              <a:lnSpc>
                <a:spcPct val="100000"/>
              </a:lnSpc>
              <a:spcBef>
                <a:spcPts val="1080"/>
              </a:spcBef>
              <a:spcAft>
                <a:spcPts val="0"/>
              </a:spcAft>
              <a:buClr>
                <a:srgbClr val="FFFFFF"/>
              </a:buClr>
              <a:buSzPts val="1800"/>
              <a:buFont typeface="Verdana"/>
              <a:buChar char="•"/>
            </a:pPr>
            <a:r>
              <a:rPr lang="en-US" sz="1800">
                <a:solidFill>
                  <a:srgbClr val="FFFFFF"/>
                </a:solidFill>
                <a:latin typeface="Verdana"/>
                <a:ea typeface="Verdana"/>
                <a:cs typeface="Verdana"/>
                <a:sym typeface="Verdana"/>
              </a:rPr>
              <a:t>"Can machines think?" </a:t>
            </a:r>
            <a:r>
              <a:rPr lang="en-US" sz="1800">
                <a:solidFill>
                  <a:srgbClr val="FFFFFF"/>
                </a:solidFill>
                <a:latin typeface="Noto Sans Symbols"/>
                <a:ea typeface="Noto Sans Symbols"/>
                <a:cs typeface="Noto Sans Symbols"/>
                <a:sym typeface="Noto Sans Symbols"/>
              </a:rPr>
              <a:t>🡪</a:t>
            </a:r>
            <a:r>
              <a:rPr lang="en-US" sz="1800">
                <a:solidFill>
                  <a:srgbClr val="FFFFFF"/>
                </a:solidFill>
                <a:latin typeface="Times New Roman"/>
                <a:ea typeface="Times New Roman"/>
                <a:cs typeface="Times New Roman"/>
                <a:sym typeface="Times New Roman"/>
              </a:rPr>
              <a:t> </a:t>
            </a:r>
            <a:r>
              <a:rPr lang="en-US" sz="1800">
                <a:solidFill>
                  <a:srgbClr val="FFFFFF"/>
                </a:solidFill>
                <a:latin typeface="Verdana"/>
                <a:ea typeface="Verdana"/>
                <a:cs typeface="Verdana"/>
                <a:sym typeface="Verdana"/>
              </a:rPr>
              <a:t>"Can machines behave intelligently?“</a:t>
            </a:r>
            <a:endParaRPr sz="1800">
              <a:latin typeface="Verdana"/>
              <a:ea typeface="Verdana"/>
              <a:cs typeface="Verdana"/>
              <a:sym typeface="Verdana"/>
            </a:endParaRPr>
          </a:p>
          <a:p>
            <a:pPr indent="-286385" lvl="0" marL="299085" rtl="0" algn="l">
              <a:lnSpc>
                <a:spcPct val="100000"/>
              </a:lnSpc>
              <a:spcBef>
                <a:spcPts val="1080"/>
              </a:spcBef>
              <a:spcAft>
                <a:spcPts val="0"/>
              </a:spcAft>
              <a:buClr>
                <a:srgbClr val="FFFFFF"/>
              </a:buClr>
              <a:buSzPts val="1800"/>
              <a:buFont typeface="Verdana"/>
              <a:buChar char="•"/>
            </a:pPr>
            <a:r>
              <a:rPr lang="en-US" sz="1800">
                <a:solidFill>
                  <a:srgbClr val="FFFFFF"/>
                </a:solidFill>
                <a:latin typeface="Verdana"/>
                <a:ea typeface="Verdana"/>
                <a:cs typeface="Verdana"/>
                <a:sym typeface="Verdana"/>
              </a:rPr>
              <a:t>Operational test for intelligent behavior: the Imitation Game</a:t>
            </a:r>
            <a:endParaRPr sz="1800">
              <a:latin typeface="Verdana"/>
              <a:ea typeface="Verdana"/>
              <a:cs typeface="Verdana"/>
              <a:sym typeface="Verdana"/>
            </a:endParaRPr>
          </a:p>
        </p:txBody>
      </p:sp>
      <p:pic>
        <p:nvPicPr>
          <p:cNvPr id="291" name="Google Shape;291;p28"/>
          <p:cNvPicPr preferRelativeResize="0"/>
          <p:nvPr/>
        </p:nvPicPr>
        <p:blipFill rotWithShape="1">
          <a:blip r:embed="rId3">
            <a:alphaModFix/>
          </a:blip>
          <a:srcRect b="0" l="0" r="0" t="0"/>
          <a:stretch/>
        </p:blipFill>
        <p:spPr>
          <a:xfrm>
            <a:off x="2193035" y="2712720"/>
            <a:ext cx="5334000" cy="1142999"/>
          </a:xfrm>
          <a:prstGeom prst="rect">
            <a:avLst/>
          </a:prstGeom>
          <a:noFill/>
          <a:ln>
            <a:noFill/>
          </a:ln>
        </p:spPr>
      </p:pic>
      <p:sp>
        <p:nvSpPr>
          <p:cNvPr id="292" name="Google Shape;292;p28"/>
          <p:cNvSpPr txBox="1"/>
          <p:nvPr/>
        </p:nvSpPr>
        <p:spPr>
          <a:xfrm>
            <a:off x="667004" y="4279772"/>
            <a:ext cx="9327515" cy="1245870"/>
          </a:xfrm>
          <a:prstGeom prst="rect">
            <a:avLst/>
          </a:prstGeom>
          <a:noFill/>
          <a:ln>
            <a:noFill/>
          </a:ln>
        </p:spPr>
        <p:txBody>
          <a:bodyPr anchorCtr="0" anchor="t" bIns="0" lIns="0" spcFirstLastPara="1" rIns="0" wrap="square" tIns="12700">
            <a:spAutoFit/>
          </a:bodyPr>
          <a:lstStyle/>
          <a:p>
            <a:pPr indent="0" lvl="0" marL="12700" marR="5080" rtl="0" algn="just">
              <a:lnSpc>
                <a:spcPct val="100000"/>
              </a:lnSpc>
              <a:spcBef>
                <a:spcPts val="0"/>
              </a:spcBef>
              <a:spcAft>
                <a:spcPts val="0"/>
              </a:spcAft>
              <a:buNone/>
            </a:pPr>
            <a:r>
              <a:rPr lang="en-US" sz="2000">
                <a:solidFill>
                  <a:srgbClr val="FFFFFF"/>
                </a:solidFill>
                <a:latin typeface="Verdana"/>
                <a:ea typeface="Verdana"/>
                <a:cs typeface="Verdana"/>
                <a:sym typeface="Verdana"/>
              </a:rPr>
              <a:t>It  was  designed  to  provide  a  satisfactory  operational  definition  of intelligence. A computer passes the test if a human interrogator, after posing  some  written  questions,  cannot  tell  whether  the  written responses come from a person or from a computer.</a:t>
            </a:r>
            <a:endParaRPr sz="2000">
              <a:latin typeface="Verdana"/>
              <a:ea typeface="Verdana"/>
              <a:cs typeface="Verdana"/>
              <a:sym typeface="Verdan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9"/>
          <p:cNvSpPr txBox="1"/>
          <p:nvPr>
            <p:ph type="title"/>
          </p:nvPr>
        </p:nvSpPr>
        <p:spPr>
          <a:xfrm>
            <a:off x="78739" y="163525"/>
            <a:ext cx="9591675" cy="1707565"/>
          </a:xfrm>
          <a:prstGeom prst="rect">
            <a:avLst/>
          </a:prstGeom>
          <a:noFill/>
          <a:ln>
            <a:noFill/>
          </a:ln>
        </p:spPr>
        <p:txBody>
          <a:bodyPr anchorCtr="0" anchor="t" bIns="0" lIns="0" spcFirstLastPara="1" rIns="0" wrap="square" tIns="596950">
            <a:spAutoFit/>
          </a:bodyPr>
          <a:lstStyle/>
          <a:p>
            <a:pPr indent="-1372235" lvl="0" marL="2070100" marR="5080" rtl="0" algn="l">
              <a:lnSpc>
                <a:spcPct val="100000"/>
              </a:lnSpc>
              <a:spcBef>
                <a:spcPts val="0"/>
              </a:spcBef>
              <a:spcAft>
                <a:spcPts val="0"/>
              </a:spcAft>
              <a:buNone/>
            </a:pPr>
            <a:r>
              <a:rPr lang="en-US"/>
              <a:t>THINKING HUMANLY: THE COGNITIVE MODELING APPROACH</a:t>
            </a:r>
            <a:endParaRPr/>
          </a:p>
        </p:txBody>
      </p:sp>
      <p:sp>
        <p:nvSpPr>
          <p:cNvPr id="298" name="Google Shape;298;p29"/>
          <p:cNvSpPr txBox="1"/>
          <p:nvPr/>
        </p:nvSpPr>
        <p:spPr>
          <a:xfrm>
            <a:off x="764540" y="1934920"/>
            <a:ext cx="10055860" cy="3708195"/>
          </a:xfrm>
          <a:prstGeom prst="rect">
            <a:avLst/>
          </a:prstGeom>
          <a:noFill/>
          <a:ln>
            <a:noFill/>
          </a:ln>
        </p:spPr>
        <p:txBody>
          <a:bodyPr anchorCtr="0" anchor="t" bIns="0" lIns="0" spcFirstLastPara="1" rIns="0" wrap="square" tIns="12700">
            <a:spAutoFit/>
          </a:bodyPr>
          <a:lstStyle/>
          <a:p>
            <a:pPr indent="-286385" lvl="0" marL="299085" rtl="0" algn="l">
              <a:lnSpc>
                <a:spcPct val="108055"/>
              </a:lnSpc>
              <a:spcBef>
                <a:spcPts val="0"/>
              </a:spcBef>
              <a:spcAft>
                <a:spcPts val="0"/>
              </a:spcAft>
              <a:buClr>
                <a:srgbClr val="FFFFFF"/>
              </a:buClr>
              <a:buSzPts val="1800"/>
              <a:buFont typeface="Arial"/>
              <a:buChar char="•"/>
            </a:pPr>
            <a:r>
              <a:rPr b="1" lang="en-US" sz="1800">
                <a:solidFill>
                  <a:srgbClr val="FFFFFF"/>
                </a:solidFill>
                <a:latin typeface="Verdana"/>
                <a:ea typeface="Verdana"/>
                <a:cs typeface="Verdana"/>
                <a:sym typeface="Verdana"/>
              </a:rPr>
              <a:t>Requires detailed </a:t>
            </a:r>
            <a:r>
              <a:rPr b="1" lang="en-US" sz="1800">
                <a:solidFill>
                  <a:srgbClr val="FFFF00"/>
                </a:solidFill>
                <a:latin typeface="Verdana"/>
                <a:ea typeface="Verdana"/>
                <a:cs typeface="Verdana"/>
                <a:sym typeface="Verdana"/>
              </a:rPr>
              <a:t>matching of computer behavior and timing </a:t>
            </a:r>
            <a:r>
              <a:rPr b="1" lang="en-US" sz="1800">
                <a:solidFill>
                  <a:srgbClr val="FFFFFF"/>
                </a:solidFill>
                <a:latin typeface="Verdana"/>
                <a:ea typeface="Verdana"/>
                <a:cs typeface="Verdana"/>
                <a:sym typeface="Verdana"/>
              </a:rPr>
              <a:t>to detailed</a:t>
            </a:r>
            <a:endParaRPr sz="1800">
              <a:latin typeface="Verdana"/>
              <a:ea typeface="Verdana"/>
              <a:cs typeface="Verdana"/>
              <a:sym typeface="Verdana"/>
            </a:endParaRPr>
          </a:p>
          <a:p>
            <a:pPr indent="0" lvl="0" marL="299085" rtl="0" algn="l">
              <a:lnSpc>
                <a:spcPct val="108055"/>
              </a:lnSpc>
              <a:spcBef>
                <a:spcPts val="0"/>
              </a:spcBef>
              <a:spcAft>
                <a:spcPts val="0"/>
              </a:spcAft>
              <a:buNone/>
            </a:pPr>
            <a:r>
              <a:rPr b="1" lang="en-US" sz="1800">
                <a:solidFill>
                  <a:srgbClr val="FFFF00"/>
                </a:solidFill>
                <a:latin typeface="Verdana"/>
                <a:ea typeface="Verdana"/>
                <a:cs typeface="Verdana"/>
                <a:sym typeface="Verdana"/>
              </a:rPr>
              <a:t>measurements of human subjects</a:t>
            </a:r>
            <a:r>
              <a:rPr b="1" lang="en-US" sz="1800">
                <a:solidFill>
                  <a:srgbClr val="FFFFFF"/>
                </a:solidFill>
                <a:latin typeface="Verdana"/>
                <a:ea typeface="Verdana"/>
                <a:cs typeface="Verdana"/>
                <a:sym typeface="Verdana"/>
              </a:rPr>
              <a:t> gathered in psychological experiments.</a:t>
            </a:r>
            <a:endParaRPr sz="1800">
              <a:latin typeface="Verdana"/>
              <a:ea typeface="Verdana"/>
              <a:cs typeface="Verdana"/>
              <a:sym typeface="Verdana"/>
            </a:endParaRPr>
          </a:p>
          <a:p>
            <a:pPr indent="0" lvl="0" marL="0" rtl="0" algn="l">
              <a:lnSpc>
                <a:spcPct val="100000"/>
              </a:lnSpc>
              <a:spcBef>
                <a:spcPts val="1110"/>
              </a:spcBef>
              <a:spcAft>
                <a:spcPts val="0"/>
              </a:spcAft>
              <a:buNone/>
            </a:pPr>
            <a:r>
              <a:t/>
            </a:r>
            <a:endParaRPr sz="1800">
              <a:latin typeface="Verdana"/>
              <a:ea typeface="Verdana"/>
              <a:cs typeface="Verdana"/>
              <a:sym typeface="Verdana"/>
            </a:endParaRPr>
          </a:p>
          <a:p>
            <a:pPr indent="-286385" lvl="0" marL="299085" rtl="0" algn="l">
              <a:lnSpc>
                <a:spcPct val="108055"/>
              </a:lnSpc>
              <a:spcBef>
                <a:spcPts val="5"/>
              </a:spcBef>
              <a:spcAft>
                <a:spcPts val="0"/>
              </a:spcAft>
              <a:buClr>
                <a:srgbClr val="FFFFFF"/>
              </a:buClr>
              <a:buSzPts val="1800"/>
              <a:buFont typeface="Verdana"/>
              <a:buChar char="•"/>
            </a:pPr>
            <a:r>
              <a:rPr b="1" lang="en-US" sz="1800">
                <a:solidFill>
                  <a:srgbClr val="FFFFFF"/>
                </a:solidFill>
                <a:latin typeface="Verdana"/>
                <a:ea typeface="Verdana"/>
                <a:cs typeface="Verdana"/>
                <a:sym typeface="Verdana"/>
              </a:rPr>
              <a:t>Cognitive Science approach</a:t>
            </a:r>
            <a:endParaRPr sz="1800">
              <a:latin typeface="Verdana"/>
              <a:ea typeface="Verdana"/>
              <a:cs typeface="Verdana"/>
              <a:sym typeface="Verdana"/>
            </a:endParaRPr>
          </a:p>
          <a:p>
            <a:pPr indent="-286385" lvl="1" marL="756285" rtl="0" algn="l">
              <a:lnSpc>
                <a:spcPct val="96111"/>
              </a:lnSpc>
              <a:spcBef>
                <a:spcPts val="0"/>
              </a:spcBef>
              <a:spcAft>
                <a:spcPts val="0"/>
              </a:spcAft>
              <a:buClr>
                <a:srgbClr val="FFFFFF"/>
              </a:buClr>
              <a:buSzPts val="1800"/>
              <a:buFont typeface="Verdana"/>
              <a:buChar char="–"/>
            </a:pPr>
            <a:r>
              <a:rPr b="1" lang="en-US" sz="1800">
                <a:solidFill>
                  <a:srgbClr val="FFFFFF"/>
                </a:solidFill>
                <a:latin typeface="Verdana"/>
                <a:ea typeface="Verdana"/>
                <a:cs typeface="Verdana"/>
                <a:sym typeface="Verdana"/>
              </a:rPr>
              <a:t>Try to get “inside” our minds</a:t>
            </a:r>
            <a:endParaRPr sz="1800">
              <a:latin typeface="Verdana"/>
              <a:ea typeface="Verdana"/>
              <a:cs typeface="Verdana"/>
              <a:sym typeface="Verdana"/>
            </a:endParaRPr>
          </a:p>
          <a:p>
            <a:pPr indent="-287019" lvl="1" marL="756285" marR="438150" rtl="0" algn="l">
              <a:lnSpc>
                <a:spcPct val="80000"/>
              </a:lnSpc>
              <a:spcBef>
                <a:spcPts val="215"/>
              </a:spcBef>
              <a:spcAft>
                <a:spcPts val="0"/>
              </a:spcAft>
              <a:buClr>
                <a:srgbClr val="FFFFFF"/>
              </a:buClr>
              <a:buSzPts val="1800"/>
              <a:buFont typeface="Verdana"/>
              <a:buChar char="–"/>
            </a:pPr>
            <a:r>
              <a:rPr b="1" lang="en-US" sz="1800">
                <a:solidFill>
                  <a:srgbClr val="FFFFFF"/>
                </a:solidFill>
                <a:latin typeface="Verdana"/>
                <a:ea typeface="Verdana"/>
                <a:cs typeface="Verdana"/>
                <a:sym typeface="Verdana"/>
              </a:rPr>
              <a:t>E.g., conduct experiments with people to try to “reverse-engineer” how we reason, learning, remember, predict</a:t>
            </a:r>
            <a:endParaRPr sz="1800">
              <a:latin typeface="Verdana"/>
              <a:ea typeface="Verdana"/>
              <a:cs typeface="Verdana"/>
              <a:sym typeface="Verdana"/>
            </a:endParaRPr>
          </a:p>
          <a:p>
            <a:pPr indent="-286385" lvl="0" marL="299085" rtl="0" algn="l">
              <a:lnSpc>
                <a:spcPct val="100000"/>
              </a:lnSpc>
              <a:spcBef>
                <a:spcPts val="1295"/>
              </a:spcBef>
              <a:spcAft>
                <a:spcPts val="0"/>
              </a:spcAft>
              <a:buClr>
                <a:srgbClr val="FFFFFF"/>
              </a:buClr>
              <a:buSzPts val="1800"/>
              <a:buFont typeface="Arial"/>
              <a:buChar char="•"/>
            </a:pPr>
            <a:r>
              <a:rPr b="1" lang="en-US" sz="1800">
                <a:solidFill>
                  <a:srgbClr val="FFFFFF"/>
                </a:solidFill>
                <a:latin typeface="Verdana"/>
                <a:ea typeface="Verdana"/>
                <a:cs typeface="Verdana"/>
                <a:sym typeface="Verdana"/>
              </a:rPr>
              <a:t>So, we need to get </a:t>
            </a:r>
            <a:r>
              <a:rPr b="1" i="1" lang="en-US" sz="1800">
                <a:solidFill>
                  <a:srgbClr val="FFFF00"/>
                </a:solidFill>
                <a:latin typeface="Verdana"/>
                <a:ea typeface="Verdana"/>
                <a:cs typeface="Verdana"/>
                <a:sym typeface="Verdana"/>
              </a:rPr>
              <a:t>inside </a:t>
            </a:r>
            <a:r>
              <a:rPr b="1" lang="en-US" sz="1800">
                <a:solidFill>
                  <a:srgbClr val="FFFF00"/>
                </a:solidFill>
                <a:latin typeface="Verdana"/>
                <a:ea typeface="Verdana"/>
                <a:cs typeface="Verdana"/>
                <a:sym typeface="Verdana"/>
              </a:rPr>
              <a:t>the actual workings of human minds</a:t>
            </a:r>
            <a:r>
              <a:rPr b="1" lang="en-US" sz="1800">
                <a:solidFill>
                  <a:srgbClr val="FFFFFF"/>
                </a:solidFill>
                <a:latin typeface="Verdana"/>
                <a:ea typeface="Verdana"/>
                <a:cs typeface="Verdana"/>
                <a:sym typeface="Verdana"/>
              </a:rPr>
              <a:t>.</a:t>
            </a:r>
            <a:endParaRPr sz="1800">
              <a:latin typeface="Verdana"/>
              <a:ea typeface="Verdana"/>
              <a:cs typeface="Verdana"/>
              <a:sym typeface="Verdana"/>
            </a:endParaRPr>
          </a:p>
          <a:p>
            <a:pPr indent="-286385" lvl="0" marL="299085" rtl="0" algn="l">
              <a:lnSpc>
                <a:spcPct val="100000"/>
              </a:lnSpc>
              <a:spcBef>
                <a:spcPts val="565"/>
              </a:spcBef>
              <a:spcAft>
                <a:spcPts val="0"/>
              </a:spcAft>
              <a:buClr>
                <a:srgbClr val="FFFFFF"/>
              </a:buClr>
              <a:buSzPts val="1800"/>
              <a:buFont typeface="Arial"/>
              <a:buChar char="•"/>
            </a:pPr>
            <a:r>
              <a:rPr b="1" lang="en-US" sz="1800">
                <a:solidFill>
                  <a:srgbClr val="FFFFFF"/>
                </a:solidFill>
                <a:latin typeface="Verdana"/>
                <a:ea typeface="Verdana"/>
                <a:cs typeface="Verdana"/>
                <a:sym typeface="Verdana"/>
              </a:rPr>
              <a:t>There are three ways to do this:</a:t>
            </a:r>
            <a:endParaRPr sz="1800">
              <a:latin typeface="Verdana"/>
              <a:ea typeface="Verdana"/>
              <a:cs typeface="Verdana"/>
              <a:sym typeface="Verdana"/>
            </a:endParaRPr>
          </a:p>
          <a:p>
            <a:pPr indent="-286385" lvl="0" marL="299085" rtl="0" algn="l">
              <a:lnSpc>
                <a:spcPct val="100000"/>
              </a:lnSpc>
              <a:spcBef>
                <a:spcPts val="565"/>
              </a:spcBef>
              <a:spcAft>
                <a:spcPts val="0"/>
              </a:spcAft>
              <a:buClr>
                <a:srgbClr val="FFFFFF"/>
              </a:buClr>
              <a:buSzPts val="1800"/>
              <a:buFont typeface="Arial"/>
              <a:buChar char="•"/>
            </a:pPr>
            <a:r>
              <a:rPr b="1" lang="en-US" sz="1800">
                <a:solidFill>
                  <a:srgbClr val="FFFFFF"/>
                </a:solidFill>
                <a:latin typeface="Verdana"/>
                <a:ea typeface="Verdana"/>
                <a:cs typeface="Verdana"/>
                <a:sym typeface="Verdana"/>
              </a:rPr>
              <a:t>through </a:t>
            </a:r>
            <a:r>
              <a:rPr b="1" lang="en-US" sz="1800">
                <a:solidFill>
                  <a:srgbClr val="FFFF00"/>
                </a:solidFill>
                <a:latin typeface="Verdana"/>
                <a:ea typeface="Verdana"/>
                <a:cs typeface="Verdana"/>
                <a:sym typeface="Verdana"/>
              </a:rPr>
              <a:t>introspection</a:t>
            </a:r>
            <a:r>
              <a:rPr b="1" lang="en-US" sz="1800">
                <a:solidFill>
                  <a:srgbClr val="FFFFFF"/>
                </a:solidFill>
                <a:latin typeface="Verdana"/>
                <a:ea typeface="Verdana"/>
                <a:cs typeface="Verdana"/>
                <a:sym typeface="Verdana"/>
              </a:rPr>
              <a:t>—trying to catch our own thoughts as they go by;</a:t>
            </a:r>
            <a:endParaRPr sz="1800">
              <a:latin typeface="Verdana"/>
              <a:ea typeface="Verdana"/>
              <a:cs typeface="Verdana"/>
              <a:sym typeface="Verdana"/>
            </a:endParaRPr>
          </a:p>
          <a:p>
            <a:pPr indent="-286385" lvl="0" marL="299085" rtl="0" algn="l">
              <a:lnSpc>
                <a:spcPct val="100000"/>
              </a:lnSpc>
              <a:spcBef>
                <a:spcPts val="580"/>
              </a:spcBef>
              <a:spcAft>
                <a:spcPts val="0"/>
              </a:spcAft>
              <a:buClr>
                <a:srgbClr val="FFFFFF"/>
              </a:buClr>
              <a:buSzPts val="1800"/>
              <a:buFont typeface="Arial"/>
              <a:buChar char="•"/>
            </a:pPr>
            <a:r>
              <a:rPr b="1" lang="en-US" sz="1800">
                <a:solidFill>
                  <a:srgbClr val="FFFFFF"/>
                </a:solidFill>
                <a:latin typeface="Verdana"/>
                <a:ea typeface="Verdana"/>
                <a:cs typeface="Verdana"/>
                <a:sym typeface="Verdana"/>
              </a:rPr>
              <a:t>through </a:t>
            </a:r>
            <a:r>
              <a:rPr b="1" lang="en-US" sz="1800">
                <a:solidFill>
                  <a:srgbClr val="FFFF00"/>
                </a:solidFill>
                <a:latin typeface="Verdana"/>
                <a:ea typeface="Verdana"/>
                <a:cs typeface="Verdana"/>
                <a:sym typeface="Verdana"/>
              </a:rPr>
              <a:t>psychological experiments</a:t>
            </a:r>
            <a:r>
              <a:rPr b="1" lang="en-US" sz="1800">
                <a:solidFill>
                  <a:srgbClr val="FFFFFF"/>
                </a:solidFill>
                <a:latin typeface="Verdana"/>
                <a:ea typeface="Verdana"/>
                <a:cs typeface="Verdana"/>
                <a:sym typeface="Verdana"/>
              </a:rPr>
              <a:t>—observing a person in action;</a:t>
            </a:r>
            <a:endParaRPr sz="1800">
              <a:latin typeface="Verdana"/>
              <a:ea typeface="Verdana"/>
              <a:cs typeface="Verdana"/>
              <a:sym typeface="Verdana"/>
            </a:endParaRPr>
          </a:p>
          <a:p>
            <a:pPr indent="-286385" lvl="0" marL="299085" rtl="0" algn="l">
              <a:lnSpc>
                <a:spcPct val="100000"/>
              </a:lnSpc>
              <a:spcBef>
                <a:spcPts val="560"/>
              </a:spcBef>
              <a:spcAft>
                <a:spcPts val="0"/>
              </a:spcAft>
              <a:buClr>
                <a:srgbClr val="FFFFFF"/>
              </a:buClr>
              <a:buSzPts val="1800"/>
              <a:buFont typeface="Arial"/>
              <a:buChar char="•"/>
            </a:pPr>
            <a:r>
              <a:rPr b="1" lang="en-US" sz="1800">
                <a:solidFill>
                  <a:srgbClr val="FFFFFF"/>
                </a:solidFill>
                <a:latin typeface="Verdana"/>
                <a:ea typeface="Verdana"/>
                <a:cs typeface="Verdana"/>
                <a:sym typeface="Verdana"/>
              </a:rPr>
              <a:t>and through </a:t>
            </a:r>
            <a:r>
              <a:rPr b="1" lang="en-US" sz="1800">
                <a:solidFill>
                  <a:srgbClr val="FFFF00"/>
                </a:solidFill>
                <a:latin typeface="Verdana"/>
                <a:ea typeface="Verdana"/>
                <a:cs typeface="Verdana"/>
                <a:sym typeface="Verdana"/>
              </a:rPr>
              <a:t>brain imaging</a:t>
            </a:r>
            <a:r>
              <a:rPr b="1" lang="en-US" sz="1800">
                <a:solidFill>
                  <a:srgbClr val="FFFFFF"/>
                </a:solidFill>
                <a:latin typeface="Verdana"/>
                <a:ea typeface="Verdana"/>
                <a:cs typeface="Verdana"/>
                <a:sym typeface="Verdana"/>
              </a:rPr>
              <a:t>—observing the brain in action.</a:t>
            </a:r>
            <a:endParaRPr sz="1800">
              <a:latin typeface="Verdana"/>
              <a:ea typeface="Verdana"/>
              <a:cs typeface="Verdana"/>
              <a:sym typeface="Verdan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pic>
        <p:nvPicPr>
          <p:cNvPr id="303" name="Google Shape;303;p30"/>
          <p:cNvPicPr preferRelativeResize="0"/>
          <p:nvPr/>
        </p:nvPicPr>
        <p:blipFill rotWithShape="1">
          <a:blip r:embed="rId3">
            <a:alphaModFix/>
          </a:blip>
          <a:srcRect b="0" l="0" r="0" t="0"/>
          <a:stretch/>
        </p:blipFill>
        <p:spPr>
          <a:xfrm>
            <a:off x="1289303" y="772668"/>
            <a:ext cx="9156192" cy="5018532"/>
          </a:xfrm>
          <a:prstGeom prst="rect">
            <a:avLst/>
          </a:prstGeom>
          <a:noFill/>
          <a:ln>
            <a:noFill/>
          </a:ln>
        </p:spPr>
      </p:pic>
      <p:sp>
        <p:nvSpPr>
          <p:cNvPr id="304" name="Google Shape;304;p30"/>
          <p:cNvSpPr/>
          <p:nvPr/>
        </p:nvSpPr>
        <p:spPr>
          <a:xfrm>
            <a:off x="7959852" y="5035296"/>
            <a:ext cx="2498090" cy="631190"/>
          </a:xfrm>
          <a:custGeom>
            <a:rect b="b" l="l" r="r" t="t"/>
            <a:pathLst>
              <a:path extrusionOk="0" h="631189" w="2498090">
                <a:moveTo>
                  <a:pt x="2497836" y="0"/>
                </a:moveTo>
                <a:lnTo>
                  <a:pt x="0" y="0"/>
                </a:lnTo>
                <a:lnTo>
                  <a:pt x="0" y="630935"/>
                </a:lnTo>
                <a:lnTo>
                  <a:pt x="2497836" y="630935"/>
                </a:lnTo>
                <a:lnTo>
                  <a:pt x="2497836"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1"/>
          <p:cNvSpPr txBox="1"/>
          <p:nvPr>
            <p:ph type="title"/>
          </p:nvPr>
        </p:nvSpPr>
        <p:spPr>
          <a:xfrm>
            <a:off x="78739" y="163525"/>
            <a:ext cx="9591675" cy="1707565"/>
          </a:xfrm>
          <a:prstGeom prst="rect">
            <a:avLst/>
          </a:prstGeom>
          <a:noFill/>
          <a:ln>
            <a:noFill/>
          </a:ln>
        </p:spPr>
        <p:txBody>
          <a:bodyPr anchorCtr="0" anchor="t" bIns="0" lIns="0" spcFirstLastPara="1" rIns="0" wrap="square" tIns="870950">
            <a:spAutoFit/>
          </a:bodyPr>
          <a:lstStyle/>
          <a:p>
            <a:pPr indent="0" lvl="0" marL="698500" rtl="0" algn="l">
              <a:lnSpc>
                <a:spcPct val="100000"/>
              </a:lnSpc>
              <a:spcBef>
                <a:spcPts val="0"/>
              </a:spcBef>
              <a:spcAft>
                <a:spcPts val="0"/>
              </a:spcAft>
              <a:buNone/>
            </a:pPr>
            <a:r>
              <a:rPr lang="en-US"/>
              <a:t>THINKING RATIONALLY: LAWS OF THOUGHT</a:t>
            </a:r>
            <a:endParaRPr/>
          </a:p>
        </p:txBody>
      </p:sp>
      <p:sp>
        <p:nvSpPr>
          <p:cNvPr id="310" name="Google Shape;310;p31"/>
          <p:cNvSpPr txBox="1"/>
          <p:nvPr>
            <p:ph idx="1" type="body"/>
          </p:nvPr>
        </p:nvSpPr>
        <p:spPr>
          <a:xfrm>
            <a:off x="764540" y="2083130"/>
            <a:ext cx="9904095" cy="3409950"/>
          </a:xfrm>
          <a:prstGeom prst="rect">
            <a:avLst/>
          </a:prstGeom>
          <a:noFill/>
          <a:ln>
            <a:noFill/>
          </a:ln>
        </p:spPr>
        <p:txBody>
          <a:bodyPr anchorCtr="0" anchor="t" bIns="0" lIns="0" spcFirstLastPara="1" rIns="0" wrap="square" tIns="12700">
            <a:spAutoFit/>
          </a:bodyPr>
          <a:lstStyle/>
          <a:p>
            <a:pPr indent="-286385" lvl="0" marL="299085" rtl="0" algn="l">
              <a:lnSpc>
                <a:spcPct val="108000"/>
              </a:lnSpc>
              <a:spcBef>
                <a:spcPts val="0"/>
              </a:spcBef>
              <a:spcAft>
                <a:spcPts val="0"/>
              </a:spcAft>
              <a:buClr>
                <a:schemeClr val="lt1"/>
              </a:buClr>
              <a:buSzPts val="1500"/>
              <a:buFont typeface="Arial"/>
              <a:buChar char="•"/>
            </a:pPr>
            <a:r>
              <a:rPr lang="en-US"/>
              <a:t>Formalize “correct” reasoning using a mathematical model (e.g. of deductive reasoning/logical</a:t>
            </a:r>
            <a:endParaRPr/>
          </a:p>
          <a:p>
            <a:pPr indent="0" lvl="0" marL="299085" rtl="0" algn="l">
              <a:lnSpc>
                <a:spcPct val="108000"/>
              </a:lnSpc>
              <a:spcBef>
                <a:spcPts val="0"/>
              </a:spcBef>
              <a:spcAft>
                <a:spcPts val="0"/>
              </a:spcAft>
              <a:buNone/>
            </a:pPr>
            <a:r>
              <a:rPr lang="en-US"/>
              <a:t>conclusion).</a:t>
            </a:r>
            <a:endParaRPr/>
          </a:p>
          <a:p>
            <a:pPr indent="0" lvl="0" marL="0" rtl="0" algn="l">
              <a:lnSpc>
                <a:spcPct val="100000"/>
              </a:lnSpc>
              <a:spcBef>
                <a:spcPts val="1620"/>
              </a:spcBef>
              <a:spcAft>
                <a:spcPts val="0"/>
              </a:spcAft>
              <a:buNone/>
            </a:pPr>
            <a:r>
              <a:t/>
            </a:r>
            <a:endParaRPr/>
          </a:p>
          <a:p>
            <a:pPr indent="-287019" lvl="0" marL="299085" marR="5080" rtl="0" algn="l">
              <a:lnSpc>
                <a:spcPct val="80000"/>
              </a:lnSpc>
              <a:spcBef>
                <a:spcPts val="0"/>
              </a:spcBef>
              <a:spcAft>
                <a:spcPts val="0"/>
              </a:spcAft>
              <a:buClr>
                <a:schemeClr val="lt1"/>
              </a:buClr>
              <a:buSzPts val="1500"/>
              <a:buFont typeface="Arial"/>
              <a:buChar char="•"/>
            </a:pPr>
            <a:r>
              <a:rPr lang="en-US"/>
              <a:t>Logics Program: Encode knowledge in formal logical statements and use mathematical deduction to perform reasoning:</a:t>
            </a:r>
            <a:endParaRPr/>
          </a:p>
          <a:p>
            <a:pPr indent="-286385" lvl="0" marL="299085" rtl="0" algn="l">
              <a:lnSpc>
                <a:spcPct val="100000"/>
              </a:lnSpc>
              <a:spcBef>
                <a:spcPts val="640"/>
              </a:spcBef>
              <a:spcAft>
                <a:spcPts val="0"/>
              </a:spcAft>
              <a:buClr>
                <a:srgbClr val="FFFFFF"/>
              </a:buClr>
              <a:buSzPts val="1500"/>
              <a:buFont typeface="Arial"/>
              <a:buChar char="•"/>
            </a:pPr>
            <a:r>
              <a:rPr lang="en-US">
                <a:solidFill>
                  <a:srgbClr val="FFFF00"/>
                </a:solidFill>
              </a:rPr>
              <a:t>Problems:</a:t>
            </a:r>
            <a:endParaRPr/>
          </a:p>
          <a:p>
            <a:pPr indent="-286385" lvl="0" marL="299085" rtl="0" algn="l">
              <a:lnSpc>
                <a:spcPct val="100000"/>
              </a:lnSpc>
              <a:spcBef>
                <a:spcPts val="635"/>
              </a:spcBef>
              <a:spcAft>
                <a:spcPts val="0"/>
              </a:spcAft>
              <a:buClr>
                <a:schemeClr val="lt1"/>
              </a:buClr>
              <a:buSzPts val="1500"/>
              <a:buFont typeface="Arial"/>
              <a:buChar char="•"/>
            </a:pPr>
            <a:r>
              <a:rPr lang="en-US"/>
              <a:t>-Formalizing common sense knowledge is difficult.</a:t>
            </a:r>
            <a:endParaRPr/>
          </a:p>
          <a:p>
            <a:pPr indent="-287019" lvl="0" marL="299085" marR="5026025" rtl="0" algn="l">
              <a:lnSpc>
                <a:spcPct val="135300"/>
              </a:lnSpc>
              <a:spcBef>
                <a:spcPts val="15"/>
              </a:spcBef>
              <a:spcAft>
                <a:spcPts val="0"/>
              </a:spcAft>
              <a:buClr>
                <a:schemeClr val="lt1"/>
              </a:buClr>
              <a:buSzPts val="1500"/>
              <a:buFont typeface="Arial"/>
              <a:buChar char="•"/>
            </a:pPr>
            <a:r>
              <a:rPr lang="en-US"/>
              <a:t>-General deductive inference is computationally 	intractable.</a:t>
            </a:r>
            <a:endParaRPr/>
          </a:p>
          <a:p>
            <a:pPr indent="0" lvl="0" marL="0" rtl="0" algn="l">
              <a:lnSpc>
                <a:spcPct val="100000"/>
              </a:lnSpc>
              <a:spcBef>
                <a:spcPts val="1260"/>
              </a:spcBef>
              <a:spcAft>
                <a:spcPts val="0"/>
              </a:spcAft>
              <a:buNone/>
            </a:pPr>
            <a:r>
              <a:t/>
            </a:r>
            <a:endParaRPr/>
          </a:p>
          <a:p>
            <a:pPr indent="0" lvl="0" marL="12700" rtl="0" algn="l">
              <a:lnSpc>
                <a:spcPct val="100000"/>
              </a:lnSpc>
              <a:spcBef>
                <a:spcPts val="5"/>
              </a:spcBef>
              <a:spcAft>
                <a:spcPts val="0"/>
              </a:spcAft>
              <a:buNone/>
            </a:pPr>
            <a:r>
              <a:rPr lang="en-US">
                <a:solidFill>
                  <a:srgbClr val="FFFF00"/>
                </a:solidFill>
              </a:rPr>
              <a:t>the pigeon experiment classic box-and-banana problem</a:t>
            </a:r>
            <a:endParaRPr/>
          </a:p>
          <a:p>
            <a:pPr indent="0" lvl="0" marL="3013710" rtl="0" algn="l">
              <a:lnSpc>
                <a:spcPct val="100000"/>
              </a:lnSpc>
              <a:spcBef>
                <a:spcPts val="635"/>
              </a:spcBef>
              <a:spcAft>
                <a:spcPts val="0"/>
              </a:spcAft>
              <a:buNone/>
            </a:pPr>
            <a:r>
              <a:rPr lang="en-US">
                <a:solidFill>
                  <a:srgbClr val="FFC000"/>
                </a:solidFill>
              </a:rPr>
              <a:t>https:/</a:t>
            </a:r>
            <a:r>
              <a:rPr lang="en-US" u="sng">
                <a:solidFill>
                  <a:srgbClr val="FFC000"/>
                </a:solidFill>
                <a:hlinkClick r:id="rId3">
                  <a:extLst>
                    <a:ext uri="{A12FA001-AC4F-418D-AE19-62706E023703}">
                      <ahyp:hlinkClr val="tx"/>
                    </a:ext>
                  </a:extLst>
                </a:hlinkClick>
              </a:rPr>
              <a:t>/www.youtube.com/watch?v=mDntbGRPeEU</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2"/>
          <p:cNvSpPr txBox="1"/>
          <p:nvPr>
            <p:ph type="title"/>
          </p:nvPr>
        </p:nvSpPr>
        <p:spPr>
          <a:xfrm>
            <a:off x="571296" y="412496"/>
            <a:ext cx="785114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ACTING RATIONALLY: THE RATIONAL AGENT</a:t>
            </a:r>
            <a:endParaRPr/>
          </a:p>
        </p:txBody>
      </p:sp>
      <p:sp>
        <p:nvSpPr>
          <p:cNvPr id="316" name="Google Shape;316;p32"/>
          <p:cNvSpPr txBox="1"/>
          <p:nvPr/>
        </p:nvSpPr>
        <p:spPr>
          <a:xfrm>
            <a:off x="571296" y="1615185"/>
            <a:ext cx="9806940" cy="2728595"/>
          </a:xfrm>
          <a:prstGeom prst="rect">
            <a:avLst/>
          </a:prstGeom>
          <a:noFill/>
          <a:ln>
            <a:noFill/>
          </a:ln>
        </p:spPr>
        <p:txBody>
          <a:bodyPr anchorCtr="0" anchor="t" bIns="0" lIns="0" spcFirstLastPara="1" rIns="0" wrap="square" tIns="12700">
            <a:spAutoFit/>
          </a:bodyPr>
          <a:lstStyle/>
          <a:p>
            <a:pPr indent="-287019" lvl="0" marL="299085" marR="5080" rtl="0" algn="l">
              <a:lnSpc>
                <a:spcPct val="100000"/>
              </a:lnSpc>
              <a:spcBef>
                <a:spcPts val="0"/>
              </a:spcBef>
              <a:spcAft>
                <a:spcPts val="0"/>
              </a:spcAft>
              <a:buClr>
                <a:srgbClr val="FFFFFF"/>
              </a:buClr>
              <a:buSzPts val="1800"/>
              <a:buFont typeface="Arial"/>
              <a:buChar char="•"/>
            </a:pPr>
            <a:r>
              <a:rPr lang="en-US" sz="1800">
                <a:solidFill>
                  <a:srgbClr val="FFFFFF"/>
                </a:solidFill>
                <a:latin typeface="Verdana"/>
                <a:ea typeface="Verdana"/>
                <a:cs typeface="Verdana"/>
                <a:sym typeface="Verdana"/>
              </a:rPr>
              <a:t>An agent is an entity that perceives its environment and is able to execute actions to change it.</a:t>
            </a:r>
            <a:endParaRPr sz="1800">
              <a:latin typeface="Verdana"/>
              <a:ea typeface="Verdana"/>
              <a:cs typeface="Verdana"/>
              <a:sym typeface="Verdana"/>
            </a:endParaRPr>
          </a:p>
          <a:p>
            <a:pPr indent="-286385" lvl="0" marL="299085" rtl="0" algn="l">
              <a:lnSpc>
                <a:spcPct val="100000"/>
              </a:lnSpc>
              <a:spcBef>
                <a:spcPts val="1000"/>
              </a:spcBef>
              <a:spcAft>
                <a:spcPts val="0"/>
              </a:spcAft>
              <a:buClr>
                <a:srgbClr val="FFFFFF"/>
              </a:buClr>
              <a:buSzPts val="1800"/>
              <a:buFont typeface="Arial"/>
              <a:buChar char="•"/>
            </a:pPr>
            <a:r>
              <a:rPr lang="en-US" sz="1800">
                <a:solidFill>
                  <a:srgbClr val="FFFFFF"/>
                </a:solidFill>
                <a:latin typeface="Verdana"/>
                <a:ea typeface="Verdana"/>
                <a:cs typeface="Verdana"/>
                <a:sym typeface="Verdana"/>
              </a:rPr>
              <a:t>Agents have inherent goals that they want to achieve (e.g. survive, reproduce).</a:t>
            </a:r>
            <a:endParaRPr sz="1800">
              <a:latin typeface="Verdana"/>
              <a:ea typeface="Verdana"/>
              <a:cs typeface="Verdana"/>
              <a:sym typeface="Verdana"/>
            </a:endParaRPr>
          </a:p>
          <a:p>
            <a:pPr indent="-286385" lvl="0" marL="299085" rtl="0" algn="l">
              <a:lnSpc>
                <a:spcPct val="100000"/>
              </a:lnSpc>
              <a:spcBef>
                <a:spcPts val="1005"/>
              </a:spcBef>
              <a:spcAft>
                <a:spcPts val="0"/>
              </a:spcAft>
              <a:buClr>
                <a:srgbClr val="FFFFFF"/>
              </a:buClr>
              <a:buSzPts val="1800"/>
              <a:buFont typeface="Arial"/>
              <a:buChar char="•"/>
            </a:pPr>
            <a:r>
              <a:rPr lang="en-US" sz="1800">
                <a:solidFill>
                  <a:srgbClr val="FFFFFF"/>
                </a:solidFill>
                <a:latin typeface="Verdana"/>
                <a:ea typeface="Verdana"/>
                <a:cs typeface="Verdana"/>
                <a:sym typeface="Verdana"/>
              </a:rPr>
              <a:t>A </a:t>
            </a:r>
            <a:r>
              <a:rPr lang="en-US" sz="1800">
                <a:solidFill>
                  <a:srgbClr val="FFFF00"/>
                </a:solidFill>
                <a:latin typeface="Verdana"/>
                <a:ea typeface="Verdana"/>
                <a:cs typeface="Verdana"/>
                <a:sym typeface="Verdana"/>
              </a:rPr>
              <a:t>rational agent</a:t>
            </a:r>
            <a:r>
              <a:rPr lang="en-US" sz="1800">
                <a:solidFill>
                  <a:srgbClr val="FFFFFF"/>
                </a:solidFill>
                <a:latin typeface="Verdana"/>
                <a:ea typeface="Verdana"/>
                <a:cs typeface="Verdana"/>
                <a:sym typeface="Verdana"/>
              </a:rPr>
              <a:t> acts in a way to </a:t>
            </a:r>
            <a:r>
              <a:rPr lang="en-US" sz="1800">
                <a:solidFill>
                  <a:srgbClr val="FFFF00"/>
                </a:solidFill>
                <a:latin typeface="Verdana"/>
                <a:ea typeface="Verdana"/>
                <a:cs typeface="Verdana"/>
                <a:sym typeface="Verdana"/>
              </a:rPr>
              <a:t>maximize the achievement of its goals</a:t>
            </a:r>
            <a:r>
              <a:rPr lang="en-US" sz="1800">
                <a:solidFill>
                  <a:srgbClr val="FFFFFF"/>
                </a:solidFill>
                <a:latin typeface="Verdana"/>
                <a:ea typeface="Verdana"/>
                <a:cs typeface="Verdana"/>
                <a:sym typeface="Verdana"/>
              </a:rPr>
              <a:t>.</a:t>
            </a:r>
            <a:endParaRPr sz="1800">
              <a:latin typeface="Verdana"/>
              <a:ea typeface="Verdana"/>
              <a:cs typeface="Verdana"/>
              <a:sym typeface="Verdana"/>
            </a:endParaRPr>
          </a:p>
          <a:p>
            <a:pPr indent="-286385" lvl="0" marL="299085" rtl="0" algn="l">
              <a:lnSpc>
                <a:spcPct val="100000"/>
              </a:lnSpc>
              <a:spcBef>
                <a:spcPts val="994"/>
              </a:spcBef>
              <a:spcAft>
                <a:spcPts val="0"/>
              </a:spcAft>
              <a:buClr>
                <a:srgbClr val="FFFFFF"/>
              </a:buClr>
              <a:buSzPts val="1800"/>
              <a:buFont typeface="Arial"/>
              <a:buChar char="•"/>
            </a:pPr>
            <a:r>
              <a:rPr lang="en-US" sz="1800">
                <a:solidFill>
                  <a:srgbClr val="FFFFFF"/>
                </a:solidFill>
                <a:latin typeface="Verdana"/>
                <a:ea typeface="Verdana"/>
                <a:cs typeface="Verdana"/>
                <a:sym typeface="Verdana"/>
              </a:rPr>
              <a:t>True maximization of goals requires omniscience and unlimited computational</a:t>
            </a:r>
            <a:endParaRPr sz="1800">
              <a:latin typeface="Verdana"/>
              <a:ea typeface="Verdana"/>
              <a:cs typeface="Verdana"/>
              <a:sym typeface="Verdana"/>
            </a:endParaRPr>
          </a:p>
          <a:p>
            <a:pPr indent="0" lvl="0" marL="299085" rtl="0" algn="l">
              <a:lnSpc>
                <a:spcPct val="100000"/>
              </a:lnSpc>
              <a:spcBef>
                <a:spcPts val="5"/>
              </a:spcBef>
              <a:spcAft>
                <a:spcPts val="0"/>
              </a:spcAft>
              <a:buNone/>
            </a:pPr>
            <a:r>
              <a:rPr lang="en-US" sz="1800">
                <a:solidFill>
                  <a:srgbClr val="FFFFFF"/>
                </a:solidFill>
                <a:latin typeface="Verdana"/>
                <a:ea typeface="Verdana"/>
                <a:cs typeface="Verdana"/>
                <a:sym typeface="Verdana"/>
              </a:rPr>
              <a:t>abilities.</a:t>
            </a:r>
            <a:endParaRPr sz="1800">
              <a:latin typeface="Verdana"/>
              <a:ea typeface="Verdana"/>
              <a:cs typeface="Verdana"/>
              <a:sym typeface="Verdana"/>
            </a:endParaRPr>
          </a:p>
          <a:p>
            <a:pPr indent="-287019" lvl="0" marL="299085" marR="207645" rtl="0" algn="l">
              <a:lnSpc>
                <a:spcPct val="100000"/>
              </a:lnSpc>
              <a:spcBef>
                <a:spcPts val="994"/>
              </a:spcBef>
              <a:spcAft>
                <a:spcPts val="0"/>
              </a:spcAft>
              <a:buClr>
                <a:srgbClr val="FFFFFF"/>
              </a:buClr>
              <a:buSzPts val="1800"/>
              <a:buFont typeface="Arial"/>
              <a:buChar char="•"/>
            </a:pPr>
            <a:r>
              <a:rPr lang="en-US" sz="1800">
                <a:solidFill>
                  <a:srgbClr val="FFFFFF"/>
                </a:solidFill>
                <a:latin typeface="Verdana"/>
                <a:ea typeface="Verdana"/>
                <a:cs typeface="Verdana"/>
                <a:sym typeface="Verdana"/>
              </a:rPr>
              <a:t>Limited rationality involves maximizing goals within the computational and other resources available.</a:t>
            </a:r>
            <a:endParaRPr sz="1800">
              <a:latin typeface="Verdana"/>
              <a:ea typeface="Verdana"/>
              <a:cs typeface="Verdana"/>
              <a:sym typeface="Verdana"/>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3"/>
          <p:cNvSpPr txBox="1"/>
          <p:nvPr>
            <p:ph type="title"/>
          </p:nvPr>
        </p:nvSpPr>
        <p:spPr>
          <a:xfrm>
            <a:off x="610006" y="163525"/>
            <a:ext cx="7913370" cy="1102360"/>
          </a:xfrm>
          <a:prstGeom prst="rect">
            <a:avLst/>
          </a:prstGeom>
          <a:noFill/>
          <a:ln>
            <a:noFill/>
          </a:ln>
        </p:spPr>
        <p:txBody>
          <a:bodyPr anchorCtr="0" anchor="t" bIns="0" lIns="0" spcFirstLastPara="1" rIns="0" wrap="square" tIns="47625">
            <a:spAutoFit/>
          </a:bodyPr>
          <a:lstStyle/>
          <a:p>
            <a:pPr indent="0" lvl="0" marL="12700" marR="5080" rtl="0" algn="l">
              <a:lnSpc>
                <a:spcPct val="115277"/>
              </a:lnSpc>
              <a:spcBef>
                <a:spcPts val="0"/>
              </a:spcBef>
              <a:spcAft>
                <a:spcPts val="0"/>
              </a:spcAft>
              <a:buNone/>
            </a:pPr>
            <a:r>
              <a:rPr b="1" lang="en-US">
                <a:latin typeface="Verdana"/>
                <a:ea typeface="Verdana"/>
                <a:cs typeface="Verdana"/>
                <a:sym typeface="Verdana"/>
              </a:rPr>
              <a:t>FOUNDATIONS	OF ARTIFICIAL INTELLIGENCE</a:t>
            </a:r>
            <a:endParaRPr/>
          </a:p>
        </p:txBody>
      </p:sp>
      <p:sp>
        <p:nvSpPr>
          <p:cNvPr id="322" name="Google Shape;322;p33"/>
          <p:cNvSpPr txBox="1"/>
          <p:nvPr/>
        </p:nvSpPr>
        <p:spPr>
          <a:xfrm>
            <a:off x="764540" y="1884934"/>
            <a:ext cx="1673225" cy="299720"/>
          </a:xfrm>
          <a:prstGeom prst="rect">
            <a:avLst/>
          </a:prstGeom>
          <a:noFill/>
          <a:ln>
            <a:noFill/>
          </a:ln>
        </p:spPr>
        <p:txBody>
          <a:bodyPr anchorCtr="0" anchor="t" bIns="0" lIns="0" spcFirstLastPara="1" rIns="0" wrap="square" tIns="12700">
            <a:spAutoFit/>
          </a:bodyPr>
          <a:lstStyle/>
          <a:p>
            <a:pPr indent="-286385" lvl="0" marL="299085" rtl="0" algn="l">
              <a:lnSpc>
                <a:spcPct val="100000"/>
              </a:lnSpc>
              <a:spcBef>
                <a:spcPts val="0"/>
              </a:spcBef>
              <a:spcAft>
                <a:spcPts val="0"/>
              </a:spcAft>
              <a:buClr>
                <a:srgbClr val="FFFFFF"/>
              </a:buClr>
              <a:buSzPts val="1800"/>
              <a:buFont typeface="Arial Black"/>
              <a:buChar char="•"/>
            </a:pPr>
            <a:r>
              <a:rPr lang="en-US" sz="1800">
                <a:solidFill>
                  <a:srgbClr val="FFFF00"/>
                </a:solidFill>
                <a:latin typeface="Arial Black"/>
                <a:ea typeface="Arial Black"/>
                <a:cs typeface="Arial Black"/>
                <a:sym typeface="Arial Black"/>
              </a:rPr>
              <a:t>Philosophy</a:t>
            </a:r>
            <a:endParaRPr sz="1800">
              <a:latin typeface="Arial Black"/>
              <a:ea typeface="Arial Black"/>
              <a:cs typeface="Arial Black"/>
              <a:sym typeface="Arial Black"/>
            </a:endParaRPr>
          </a:p>
        </p:txBody>
      </p:sp>
      <p:sp>
        <p:nvSpPr>
          <p:cNvPr id="323" name="Google Shape;323;p33"/>
          <p:cNvSpPr txBox="1"/>
          <p:nvPr/>
        </p:nvSpPr>
        <p:spPr>
          <a:xfrm>
            <a:off x="3050794" y="1884934"/>
            <a:ext cx="687197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solidFill>
                  <a:srgbClr val="FFFFFF"/>
                </a:solidFill>
                <a:latin typeface="Arial Black"/>
                <a:ea typeface="Arial Black"/>
                <a:cs typeface="Arial Black"/>
                <a:sym typeface="Arial Black"/>
              </a:rPr>
              <a:t>Logic, methods of reasoning, mind as physical system,</a:t>
            </a:r>
            <a:endParaRPr sz="1800">
              <a:latin typeface="Arial Black"/>
              <a:ea typeface="Arial Black"/>
              <a:cs typeface="Arial Black"/>
              <a:sym typeface="Arial Black"/>
            </a:endParaRPr>
          </a:p>
        </p:txBody>
      </p:sp>
      <p:sp>
        <p:nvSpPr>
          <p:cNvPr id="324" name="Google Shape;324;p33"/>
          <p:cNvSpPr txBox="1"/>
          <p:nvPr/>
        </p:nvSpPr>
        <p:spPr>
          <a:xfrm>
            <a:off x="764540" y="2543302"/>
            <a:ext cx="1941195" cy="299720"/>
          </a:xfrm>
          <a:prstGeom prst="rect">
            <a:avLst/>
          </a:prstGeom>
          <a:noFill/>
          <a:ln>
            <a:noFill/>
          </a:ln>
        </p:spPr>
        <p:txBody>
          <a:bodyPr anchorCtr="0" anchor="t" bIns="0" lIns="0" spcFirstLastPara="1" rIns="0" wrap="square" tIns="12700">
            <a:spAutoFit/>
          </a:bodyPr>
          <a:lstStyle/>
          <a:p>
            <a:pPr indent="-286385" lvl="0" marL="299085" rtl="0" algn="l">
              <a:lnSpc>
                <a:spcPct val="100000"/>
              </a:lnSpc>
              <a:spcBef>
                <a:spcPts val="0"/>
              </a:spcBef>
              <a:spcAft>
                <a:spcPts val="0"/>
              </a:spcAft>
              <a:buClr>
                <a:srgbClr val="FFFFFF"/>
              </a:buClr>
              <a:buSzPts val="1800"/>
              <a:buFont typeface="Arial Black"/>
              <a:buChar char="•"/>
            </a:pPr>
            <a:r>
              <a:rPr lang="en-US" sz="1800">
                <a:solidFill>
                  <a:srgbClr val="FFFF00"/>
                </a:solidFill>
                <a:latin typeface="Arial Black"/>
                <a:ea typeface="Arial Black"/>
                <a:cs typeface="Arial Black"/>
                <a:sym typeface="Arial Black"/>
              </a:rPr>
              <a:t>Mathematics</a:t>
            </a:r>
            <a:endParaRPr sz="1800">
              <a:latin typeface="Arial Black"/>
              <a:ea typeface="Arial Black"/>
              <a:cs typeface="Arial Black"/>
              <a:sym typeface="Arial Black"/>
            </a:endParaRPr>
          </a:p>
        </p:txBody>
      </p:sp>
      <p:sp>
        <p:nvSpPr>
          <p:cNvPr id="325" name="Google Shape;325;p33"/>
          <p:cNvSpPr txBox="1"/>
          <p:nvPr/>
        </p:nvSpPr>
        <p:spPr>
          <a:xfrm>
            <a:off x="3050794" y="2104390"/>
            <a:ext cx="7366634" cy="7391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solidFill>
                  <a:srgbClr val="FFFFFF"/>
                </a:solidFill>
                <a:latin typeface="Arial Black"/>
                <a:ea typeface="Arial Black"/>
                <a:cs typeface="Arial Black"/>
                <a:sym typeface="Arial Black"/>
              </a:rPr>
              <a:t>foundations of learning, language , rationality.</a:t>
            </a:r>
            <a:endParaRPr sz="1800">
              <a:latin typeface="Arial Black"/>
              <a:ea typeface="Arial Black"/>
              <a:cs typeface="Arial Black"/>
              <a:sym typeface="Arial Black"/>
            </a:endParaRPr>
          </a:p>
          <a:p>
            <a:pPr indent="0" lvl="0" marL="12700" rtl="0" algn="l">
              <a:lnSpc>
                <a:spcPct val="100000"/>
              </a:lnSpc>
              <a:spcBef>
                <a:spcPts val="1295"/>
              </a:spcBef>
              <a:spcAft>
                <a:spcPts val="0"/>
              </a:spcAft>
              <a:buNone/>
            </a:pPr>
            <a:r>
              <a:rPr lang="en-US" sz="1800">
                <a:solidFill>
                  <a:srgbClr val="FFFFFF"/>
                </a:solidFill>
                <a:latin typeface="Arial Black"/>
                <a:ea typeface="Arial Black"/>
                <a:cs typeface="Arial Black"/>
                <a:sym typeface="Arial Black"/>
              </a:rPr>
              <a:t>formal representation and proof, algorithms , computation.</a:t>
            </a:r>
            <a:endParaRPr sz="1800">
              <a:latin typeface="Arial Black"/>
              <a:ea typeface="Arial Black"/>
              <a:cs typeface="Arial Black"/>
              <a:sym typeface="Arial Black"/>
            </a:endParaRPr>
          </a:p>
        </p:txBody>
      </p:sp>
      <p:sp>
        <p:nvSpPr>
          <p:cNvPr id="326" name="Google Shape;326;p33"/>
          <p:cNvSpPr txBox="1"/>
          <p:nvPr/>
        </p:nvSpPr>
        <p:spPr>
          <a:xfrm>
            <a:off x="764540" y="2982595"/>
            <a:ext cx="8331834" cy="299720"/>
          </a:xfrm>
          <a:prstGeom prst="rect">
            <a:avLst/>
          </a:prstGeom>
          <a:noFill/>
          <a:ln>
            <a:noFill/>
          </a:ln>
        </p:spPr>
        <p:txBody>
          <a:bodyPr anchorCtr="0" anchor="t" bIns="0" lIns="0" spcFirstLastPara="1" rIns="0" wrap="square" tIns="12700">
            <a:spAutoFit/>
          </a:bodyPr>
          <a:lstStyle/>
          <a:p>
            <a:pPr indent="-286385" lvl="0" marL="299085" rtl="0" algn="l">
              <a:lnSpc>
                <a:spcPct val="100000"/>
              </a:lnSpc>
              <a:spcBef>
                <a:spcPts val="0"/>
              </a:spcBef>
              <a:spcAft>
                <a:spcPts val="0"/>
              </a:spcAft>
              <a:buClr>
                <a:srgbClr val="FFFFFF"/>
              </a:buClr>
              <a:buSzPts val="1800"/>
              <a:buFont typeface="Arial Black"/>
              <a:buChar char="•"/>
            </a:pPr>
            <a:r>
              <a:rPr lang="en-US" sz="1800">
                <a:solidFill>
                  <a:srgbClr val="FFFF00"/>
                </a:solidFill>
                <a:latin typeface="Arial Black"/>
                <a:ea typeface="Arial Black"/>
                <a:cs typeface="Arial Black"/>
                <a:sym typeface="Arial Black"/>
              </a:rPr>
              <a:t>Probability/statistics	</a:t>
            </a:r>
            <a:r>
              <a:rPr lang="en-US" sz="1800">
                <a:solidFill>
                  <a:srgbClr val="FFFFFF"/>
                </a:solidFill>
                <a:latin typeface="Arial Black"/>
                <a:ea typeface="Arial Black"/>
                <a:cs typeface="Arial Black"/>
                <a:sym typeface="Arial Black"/>
              </a:rPr>
              <a:t>modeling uncertainty, learning from data</a:t>
            </a:r>
            <a:endParaRPr sz="1800">
              <a:latin typeface="Arial Black"/>
              <a:ea typeface="Arial Black"/>
              <a:cs typeface="Arial Black"/>
              <a:sym typeface="Arial Black"/>
            </a:endParaRPr>
          </a:p>
        </p:txBody>
      </p:sp>
      <p:sp>
        <p:nvSpPr>
          <p:cNvPr id="327" name="Google Shape;327;p33"/>
          <p:cNvSpPr txBox="1"/>
          <p:nvPr/>
        </p:nvSpPr>
        <p:spPr>
          <a:xfrm>
            <a:off x="764540" y="3421507"/>
            <a:ext cx="2042795" cy="739140"/>
          </a:xfrm>
          <a:prstGeom prst="rect">
            <a:avLst/>
          </a:prstGeom>
          <a:noFill/>
          <a:ln>
            <a:noFill/>
          </a:ln>
        </p:spPr>
        <p:txBody>
          <a:bodyPr anchorCtr="0" anchor="t" bIns="0" lIns="0" spcFirstLastPara="1" rIns="0" wrap="square" tIns="12700">
            <a:spAutoFit/>
          </a:bodyPr>
          <a:lstStyle/>
          <a:p>
            <a:pPr indent="-286385" lvl="0" marL="299085" rtl="0" algn="l">
              <a:lnSpc>
                <a:spcPct val="100000"/>
              </a:lnSpc>
              <a:spcBef>
                <a:spcPts val="0"/>
              </a:spcBef>
              <a:spcAft>
                <a:spcPts val="0"/>
              </a:spcAft>
              <a:buClr>
                <a:srgbClr val="FFFFFF"/>
              </a:buClr>
              <a:buSzPts val="1800"/>
              <a:buFont typeface="Arial Black"/>
              <a:buChar char="•"/>
            </a:pPr>
            <a:r>
              <a:rPr lang="en-US" sz="1800">
                <a:solidFill>
                  <a:srgbClr val="FFFF00"/>
                </a:solidFill>
                <a:latin typeface="Arial Black"/>
                <a:ea typeface="Arial Black"/>
                <a:cs typeface="Arial Black"/>
                <a:sym typeface="Arial Black"/>
              </a:rPr>
              <a:t>Economics</a:t>
            </a:r>
            <a:endParaRPr sz="1800">
              <a:latin typeface="Arial Black"/>
              <a:ea typeface="Arial Black"/>
              <a:cs typeface="Arial Black"/>
              <a:sym typeface="Arial Black"/>
            </a:endParaRPr>
          </a:p>
          <a:p>
            <a:pPr indent="-286385" lvl="0" marL="299085" rtl="0" algn="l">
              <a:lnSpc>
                <a:spcPct val="100000"/>
              </a:lnSpc>
              <a:spcBef>
                <a:spcPts val="1295"/>
              </a:spcBef>
              <a:spcAft>
                <a:spcPts val="0"/>
              </a:spcAft>
              <a:buClr>
                <a:srgbClr val="FFFFFF"/>
              </a:buClr>
              <a:buSzPts val="1800"/>
              <a:buFont typeface="Arial Black"/>
              <a:buChar char="•"/>
            </a:pPr>
            <a:r>
              <a:rPr lang="en-US" sz="1800">
                <a:solidFill>
                  <a:srgbClr val="FFFF00"/>
                </a:solidFill>
                <a:latin typeface="Arial Black"/>
                <a:ea typeface="Arial Black"/>
                <a:cs typeface="Arial Black"/>
                <a:sym typeface="Arial Black"/>
              </a:rPr>
              <a:t>Neuroscience</a:t>
            </a:r>
            <a:endParaRPr sz="1800">
              <a:latin typeface="Arial Black"/>
              <a:ea typeface="Arial Black"/>
              <a:cs typeface="Arial Black"/>
              <a:sym typeface="Arial Black"/>
            </a:endParaRPr>
          </a:p>
        </p:txBody>
      </p:sp>
      <p:sp>
        <p:nvSpPr>
          <p:cNvPr id="328" name="Google Shape;328;p33"/>
          <p:cNvSpPr txBox="1"/>
          <p:nvPr/>
        </p:nvSpPr>
        <p:spPr>
          <a:xfrm>
            <a:off x="764540" y="4299584"/>
            <a:ext cx="1533525" cy="299720"/>
          </a:xfrm>
          <a:prstGeom prst="rect">
            <a:avLst/>
          </a:prstGeom>
          <a:noFill/>
          <a:ln>
            <a:noFill/>
          </a:ln>
        </p:spPr>
        <p:txBody>
          <a:bodyPr anchorCtr="0" anchor="t" bIns="0" lIns="0" spcFirstLastPara="1" rIns="0" wrap="square" tIns="12700">
            <a:spAutoFit/>
          </a:bodyPr>
          <a:lstStyle/>
          <a:p>
            <a:pPr indent="-286385" lvl="0" marL="299085" rtl="0" algn="l">
              <a:lnSpc>
                <a:spcPct val="100000"/>
              </a:lnSpc>
              <a:spcBef>
                <a:spcPts val="0"/>
              </a:spcBef>
              <a:spcAft>
                <a:spcPts val="0"/>
              </a:spcAft>
              <a:buClr>
                <a:srgbClr val="FFFFFF"/>
              </a:buClr>
              <a:buSzPts val="1800"/>
              <a:buFont typeface="Arial Black"/>
              <a:buChar char="•"/>
            </a:pPr>
            <a:r>
              <a:rPr lang="en-US" sz="1800">
                <a:solidFill>
                  <a:srgbClr val="FFFF00"/>
                </a:solidFill>
                <a:latin typeface="Arial Black"/>
                <a:ea typeface="Arial Black"/>
                <a:cs typeface="Arial Black"/>
                <a:sym typeface="Arial Black"/>
              </a:rPr>
              <a:t>Computer</a:t>
            </a:r>
            <a:endParaRPr sz="1800">
              <a:latin typeface="Arial Black"/>
              <a:ea typeface="Arial Black"/>
              <a:cs typeface="Arial Black"/>
              <a:sym typeface="Arial Black"/>
            </a:endParaRPr>
          </a:p>
        </p:txBody>
      </p:sp>
      <p:sp>
        <p:nvSpPr>
          <p:cNvPr id="329" name="Google Shape;329;p33"/>
          <p:cNvSpPr txBox="1"/>
          <p:nvPr/>
        </p:nvSpPr>
        <p:spPr>
          <a:xfrm>
            <a:off x="3050794" y="3421507"/>
            <a:ext cx="6171565" cy="117792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solidFill>
                  <a:srgbClr val="FFFFFF"/>
                </a:solidFill>
                <a:latin typeface="Arial Black"/>
                <a:ea typeface="Arial Black"/>
                <a:cs typeface="Arial Black"/>
                <a:sym typeface="Arial Black"/>
              </a:rPr>
              <a:t>utility, decision theory, rational economic agents</a:t>
            </a:r>
            <a:endParaRPr sz="1800">
              <a:latin typeface="Arial Black"/>
              <a:ea typeface="Arial Black"/>
              <a:cs typeface="Arial Black"/>
              <a:sym typeface="Arial Black"/>
            </a:endParaRPr>
          </a:p>
          <a:p>
            <a:pPr indent="0" lvl="0" marL="12700" marR="1043939" rtl="0" algn="l">
              <a:lnSpc>
                <a:spcPct val="192222"/>
              </a:lnSpc>
              <a:spcBef>
                <a:spcPts val="125"/>
              </a:spcBef>
              <a:spcAft>
                <a:spcPts val="0"/>
              </a:spcAft>
              <a:buNone/>
            </a:pPr>
            <a:r>
              <a:rPr lang="en-US" sz="1800">
                <a:solidFill>
                  <a:srgbClr val="FFFFFF"/>
                </a:solidFill>
                <a:latin typeface="Arial Black"/>
                <a:ea typeface="Arial Black"/>
                <a:cs typeface="Arial Black"/>
                <a:sym typeface="Arial Black"/>
              </a:rPr>
              <a:t>neurons as information processing units. building fast computers</a:t>
            </a:r>
            <a:endParaRPr sz="1800">
              <a:latin typeface="Arial Black"/>
              <a:ea typeface="Arial Black"/>
              <a:cs typeface="Arial Black"/>
              <a:sym typeface="Arial Black"/>
            </a:endParaRPr>
          </a:p>
        </p:txBody>
      </p:sp>
      <p:sp>
        <p:nvSpPr>
          <p:cNvPr id="330" name="Google Shape;330;p33"/>
          <p:cNvSpPr txBox="1"/>
          <p:nvPr/>
        </p:nvSpPr>
        <p:spPr>
          <a:xfrm>
            <a:off x="1051052" y="4519041"/>
            <a:ext cx="150114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solidFill>
                  <a:srgbClr val="FFFF00"/>
                </a:solidFill>
                <a:latin typeface="Arial Black"/>
                <a:ea typeface="Arial Black"/>
                <a:cs typeface="Arial Black"/>
                <a:sym typeface="Arial Black"/>
              </a:rPr>
              <a:t>engineering</a:t>
            </a:r>
            <a:endParaRPr sz="1800">
              <a:latin typeface="Arial Black"/>
              <a:ea typeface="Arial Black"/>
              <a:cs typeface="Arial Black"/>
              <a:sym typeface="Arial Black"/>
            </a:endParaRPr>
          </a:p>
        </p:txBody>
      </p:sp>
      <p:sp>
        <p:nvSpPr>
          <p:cNvPr id="331" name="Google Shape;331;p33"/>
          <p:cNvSpPr txBox="1"/>
          <p:nvPr/>
        </p:nvSpPr>
        <p:spPr>
          <a:xfrm>
            <a:off x="764540" y="4957953"/>
            <a:ext cx="1736725" cy="299720"/>
          </a:xfrm>
          <a:prstGeom prst="rect">
            <a:avLst/>
          </a:prstGeom>
          <a:noFill/>
          <a:ln>
            <a:noFill/>
          </a:ln>
        </p:spPr>
        <p:txBody>
          <a:bodyPr anchorCtr="0" anchor="t" bIns="0" lIns="0" spcFirstLastPara="1" rIns="0" wrap="square" tIns="12700">
            <a:spAutoFit/>
          </a:bodyPr>
          <a:lstStyle/>
          <a:p>
            <a:pPr indent="-286385" lvl="0" marL="299085" rtl="0" algn="l">
              <a:lnSpc>
                <a:spcPct val="100000"/>
              </a:lnSpc>
              <a:spcBef>
                <a:spcPts val="0"/>
              </a:spcBef>
              <a:spcAft>
                <a:spcPts val="0"/>
              </a:spcAft>
              <a:buClr>
                <a:srgbClr val="FFFFFF"/>
              </a:buClr>
              <a:buSzPts val="1800"/>
              <a:buFont typeface="Arial Black"/>
              <a:buChar char="•"/>
            </a:pPr>
            <a:r>
              <a:rPr lang="en-US" sz="1800">
                <a:solidFill>
                  <a:srgbClr val="FFFF00"/>
                </a:solidFill>
                <a:latin typeface="Arial Black"/>
                <a:ea typeface="Arial Black"/>
                <a:cs typeface="Arial Black"/>
                <a:sym typeface="Arial Black"/>
              </a:rPr>
              <a:t>Psychology</a:t>
            </a:r>
            <a:endParaRPr sz="1800">
              <a:latin typeface="Arial Black"/>
              <a:ea typeface="Arial Black"/>
              <a:cs typeface="Arial Black"/>
              <a:sym typeface="Arial Black"/>
            </a:endParaRPr>
          </a:p>
        </p:txBody>
      </p:sp>
      <p:sp>
        <p:nvSpPr>
          <p:cNvPr id="332" name="Google Shape;332;p33"/>
          <p:cNvSpPr txBox="1"/>
          <p:nvPr/>
        </p:nvSpPr>
        <p:spPr>
          <a:xfrm>
            <a:off x="3006598" y="4957953"/>
            <a:ext cx="755650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solidFill>
                  <a:srgbClr val="FFFFFF"/>
                </a:solidFill>
                <a:latin typeface="Arial Black"/>
                <a:ea typeface="Arial Black"/>
                <a:cs typeface="Arial Black"/>
                <a:sym typeface="Arial Black"/>
              </a:rPr>
              <a:t>how do people behave, perceive, process cognitive	science</a:t>
            </a:r>
            <a:endParaRPr sz="1800">
              <a:latin typeface="Arial Black"/>
              <a:ea typeface="Arial Black"/>
              <a:cs typeface="Arial Black"/>
              <a:sym typeface="Arial Black"/>
            </a:endParaRPr>
          </a:p>
        </p:txBody>
      </p:sp>
      <p:sp>
        <p:nvSpPr>
          <p:cNvPr id="333" name="Google Shape;333;p33"/>
          <p:cNvSpPr txBox="1"/>
          <p:nvPr/>
        </p:nvSpPr>
        <p:spPr>
          <a:xfrm>
            <a:off x="2974594" y="5177408"/>
            <a:ext cx="440690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solidFill>
                  <a:srgbClr val="FFFFFF"/>
                </a:solidFill>
                <a:latin typeface="Arial Black"/>
                <a:ea typeface="Arial Black"/>
                <a:cs typeface="Arial Black"/>
                <a:sym typeface="Arial Black"/>
              </a:rPr>
              <a:t>information,	represent knowledge.</a:t>
            </a:r>
            <a:endParaRPr sz="1800">
              <a:latin typeface="Arial Black"/>
              <a:ea typeface="Arial Black"/>
              <a:cs typeface="Arial Black"/>
              <a:sym typeface="Arial Black"/>
            </a:endParaRPr>
          </a:p>
        </p:txBody>
      </p:sp>
      <p:sp>
        <p:nvSpPr>
          <p:cNvPr id="334" name="Google Shape;334;p33"/>
          <p:cNvSpPr txBox="1"/>
          <p:nvPr/>
        </p:nvSpPr>
        <p:spPr>
          <a:xfrm>
            <a:off x="764540" y="5616650"/>
            <a:ext cx="1685925" cy="299720"/>
          </a:xfrm>
          <a:prstGeom prst="rect">
            <a:avLst/>
          </a:prstGeom>
          <a:noFill/>
          <a:ln>
            <a:noFill/>
          </a:ln>
        </p:spPr>
        <p:txBody>
          <a:bodyPr anchorCtr="0" anchor="t" bIns="0" lIns="0" spcFirstLastPara="1" rIns="0" wrap="square" tIns="12700">
            <a:spAutoFit/>
          </a:bodyPr>
          <a:lstStyle/>
          <a:p>
            <a:pPr indent="-286385" lvl="0" marL="299085" rtl="0" algn="l">
              <a:lnSpc>
                <a:spcPct val="100000"/>
              </a:lnSpc>
              <a:spcBef>
                <a:spcPts val="0"/>
              </a:spcBef>
              <a:spcAft>
                <a:spcPts val="0"/>
              </a:spcAft>
              <a:buClr>
                <a:srgbClr val="FFFFFF"/>
              </a:buClr>
              <a:buSzPts val="1800"/>
              <a:buFont typeface="Arial Black"/>
              <a:buChar char="•"/>
            </a:pPr>
            <a:r>
              <a:rPr lang="en-US" sz="1800">
                <a:solidFill>
                  <a:srgbClr val="FFFF00"/>
                </a:solidFill>
                <a:latin typeface="Arial Black"/>
                <a:ea typeface="Arial Black"/>
                <a:cs typeface="Arial Black"/>
                <a:sym typeface="Arial Black"/>
              </a:rPr>
              <a:t>Linguistics</a:t>
            </a:r>
            <a:endParaRPr sz="1800">
              <a:latin typeface="Arial Black"/>
              <a:ea typeface="Arial Black"/>
              <a:cs typeface="Arial Black"/>
              <a:sym typeface="Arial Black"/>
            </a:endParaRPr>
          </a:p>
        </p:txBody>
      </p:sp>
      <p:sp>
        <p:nvSpPr>
          <p:cNvPr id="335" name="Google Shape;335;p33"/>
          <p:cNvSpPr txBox="1"/>
          <p:nvPr/>
        </p:nvSpPr>
        <p:spPr>
          <a:xfrm>
            <a:off x="3050794" y="5616650"/>
            <a:ext cx="4712335"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solidFill>
                  <a:srgbClr val="FFFFFF"/>
                </a:solidFill>
                <a:latin typeface="Arial Black"/>
                <a:ea typeface="Arial Black"/>
                <a:cs typeface="Arial Black"/>
                <a:sym typeface="Arial Black"/>
              </a:rPr>
              <a:t>knowledge representation, grammars</a:t>
            </a:r>
            <a:endParaRPr sz="1800">
              <a:latin typeface="Arial Black"/>
              <a:ea typeface="Arial Black"/>
              <a:cs typeface="Arial Black"/>
              <a:sym typeface="Arial Black"/>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4"/>
          <p:cNvSpPr txBox="1"/>
          <p:nvPr>
            <p:ph type="title"/>
          </p:nvPr>
        </p:nvSpPr>
        <p:spPr>
          <a:xfrm>
            <a:off x="610006" y="163525"/>
            <a:ext cx="7913370" cy="1102360"/>
          </a:xfrm>
          <a:prstGeom prst="rect">
            <a:avLst/>
          </a:prstGeom>
          <a:noFill/>
          <a:ln>
            <a:noFill/>
          </a:ln>
        </p:spPr>
        <p:txBody>
          <a:bodyPr anchorCtr="0" anchor="t" bIns="0" lIns="0" spcFirstLastPara="1" rIns="0" wrap="square" tIns="47625">
            <a:spAutoFit/>
          </a:bodyPr>
          <a:lstStyle/>
          <a:p>
            <a:pPr indent="0" lvl="0" marL="12700" marR="5080" rtl="0" algn="l">
              <a:lnSpc>
                <a:spcPct val="115277"/>
              </a:lnSpc>
              <a:spcBef>
                <a:spcPts val="0"/>
              </a:spcBef>
              <a:spcAft>
                <a:spcPts val="0"/>
              </a:spcAft>
              <a:buNone/>
            </a:pPr>
            <a:r>
              <a:rPr b="1" lang="en-US">
                <a:latin typeface="Verdana"/>
                <a:ea typeface="Verdana"/>
                <a:cs typeface="Verdana"/>
                <a:sym typeface="Verdana"/>
              </a:rPr>
              <a:t>FOUNDATIONS	OF ARTIFICIAL INTELLIGENCE</a:t>
            </a:r>
            <a:endParaRPr/>
          </a:p>
        </p:txBody>
      </p:sp>
      <p:pic>
        <p:nvPicPr>
          <p:cNvPr descr="A diagram of a diagram of a science&#10;&#10;Description automatically generated with medium confidence" id="341" name="Google Shape;341;p34"/>
          <p:cNvPicPr preferRelativeResize="0"/>
          <p:nvPr/>
        </p:nvPicPr>
        <p:blipFill rotWithShape="1">
          <a:blip r:embed="rId3">
            <a:alphaModFix/>
          </a:blip>
          <a:srcRect b="0" l="0" r="0" t="0"/>
          <a:stretch/>
        </p:blipFill>
        <p:spPr>
          <a:xfrm>
            <a:off x="2880765" y="1371600"/>
            <a:ext cx="6430469" cy="44958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5"/>
          <p:cNvSpPr txBox="1"/>
          <p:nvPr>
            <p:ph type="title"/>
          </p:nvPr>
        </p:nvSpPr>
        <p:spPr>
          <a:xfrm>
            <a:off x="468276" y="412500"/>
            <a:ext cx="51450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solidFill>
                  <a:srgbClr val="FFFFFF"/>
                </a:solidFill>
              </a:rPr>
              <a:t>AI UMBRELLA</a:t>
            </a:r>
            <a:endParaRPr/>
          </a:p>
        </p:txBody>
      </p:sp>
      <p:pic>
        <p:nvPicPr>
          <p:cNvPr id="347" name="Google Shape;347;p35"/>
          <p:cNvPicPr preferRelativeResize="0"/>
          <p:nvPr/>
        </p:nvPicPr>
        <p:blipFill rotWithShape="1">
          <a:blip r:embed="rId3">
            <a:alphaModFix/>
          </a:blip>
          <a:srcRect b="0" l="0" r="0" t="0"/>
          <a:stretch/>
        </p:blipFill>
        <p:spPr>
          <a:xfrm>
            <a:off x="2626000" y="1018518"/>
            <a:ext cx="8025826" cy="555975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C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2025-01-19T22:04:54Z</dcterms:created>
  <dc:creator>Anaum Hamid</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2023-01-31T00:00:00Z</vt:filetime>
  </property>
  <property fmtid="{D5CDD505-2E9C-101B-9397-08002B2CF9AE}" pid="3" name="Creator">
    <vt:lpwstr>Microsoft® PowerPoint® 2016</vt:lpwstr>
  </property>
  <property fmtid="{D5CDD505-2E9C-101B-9397-08002B2CF9AE}" pid="4" name="LastSaved">
    <vt:filetime>2025-01-19T00:00:00Z</vt:filetime>
  </property>
  <property fmtid="{D5CDD505-2E9C-101B-9397-08002B2CF9AE}" pid="5" name="Producer">
    <vt:lpwstr>Microsoft® PowerPoint® 2016</vt:lpwstr>
  </property>
</Properties>
</file>